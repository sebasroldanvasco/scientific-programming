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5"/>
  </p:notesMasterIdLst>
  <p:sldIdLst>
    <p:sldId id="276" r:id="rId2"/>
    <p:sldId id="278" r:id="rId3"/>
    <p:sldId id="279" r:id="rId4"/>
    <p:sldId id="277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302" r:id="rId17"/>
    <p:sldId id="301" r:id="rId18"/>
    <p:sldId id="291" r:id="rId19"/>
    <p:sldId id="299" r:id="rId20"/>
    <p:sldId id="300" r:id="rId21"/>
    <p:sldId id="293" r:id="rId22"/>
    <p:sldId id="292" r:id="rId23"/>
    <p:sldId id="294" r:id="rId24"/>
    <p:sldId id="298" r:id="rId25"/>
    <p:sldId id="295" r:id="rId26"/>
    <p:sldId id="296" r:id="rId27"/>
    <p:sldId id="297" r:id="rId28"/>
    <p:sldId id="303" r:id="rId29"/>
    <p:sldId id="304" r:id="rId30"/>
    <p:sldId id="305" r:id="rId31"/>
    <p:sldId id="306" r:id="rId32"/>
    <p:sldId id="307" r:id="rId33"/>
    <p:sldId id="308" r:id="rId34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3DEE30-F3AC-4976-A40C-CDE7EEA8C192}" v="1" dt="2024-08-09T19:39:41.0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4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Roldan Vasco" userId="31418594-e352-4801-9a96-51c3bb16e3dc" providerId="ADAL" clId="{D57088C5-4B19-4B26-A546-1528503C73C3}"/>
    <pc:docChg chg="undo custSel addSld modSld sldOrd">
      <pc:chgData name="Sebastian Roldan Vasco" userId="31418594-e352-4801-9a96-51c3bb16e3dc" providerId="ADAL" clId="{D57088C5-4B19-4B26-A546-1528503C73C3}" dt="2024-02-09T19:26:21.098" v="395" actId="20577"/>
      <pc:docMkLst>
        <pc:docMk/>
      </pc:docMkLst>
      <pc:sldChg chg="modSp mod">
        <pc:chgData name="Sebastian Roldan Vasco" userId="31418594-e352-4801-9a96-51c3bb16e3dc" providerId="ADAL" clId="{D57088C5-4B19-4B26-A546-1528503C73C3}" dt="2024-02-09T13:29:56.711" v="233" actId="20577"/>
        <pc:sldMkLst>
          <pc:docMk/>
          <pc:sldMk cId="3690142705" sldId="291"/>
        </pc:sldMkLst>
        <pc:spChg chg="mod">
          <ac:chgData name="Sebastian Roldan Vasco" userId="31418594-e352-4801-9a96-51c3bb16e3dc" providerId="ADAL" clId="{D57088C5-4B19-4B26-A546-1528503C73C3}" dt="2024-02-09T13:29:52.931" v="222" actId="20577"/>
          <ac:spMkLst>
            <pc:docMk/>
            <pc:sldMk cId="3690142705" sldId="291"/>
            <ac:spMk id="2" creationId="{EEE4E894-B59A-24BB-5BCE-5E23F95BBCB5}"/>
          </ac:spMkLst>
        </pc:spChg>
        <pc:spChg chg="mod">
          <ac:chgData name="Sebastian Roldan Vasco" userId="31418594-e352-4801-9a96-51c3bb16e3dc" providerId="ADAL" clId="{D57088C5-4B19-4B26-A546-1528503C73C3}" dt="2024-02-09T13:29:56.711" v="233" actId="20577"/>
          <ac:spMkLst>
            <pc:docMk/>
            <pc:sldMk cId="3690142705" sldId="291"/>
            <ac:spMk id="29" creationId="{6AC68074-5EB2-650C-5D42-A21B69BEADC5}"/>
          </ac:spMkLst>
        </pc:spChg>
      </pc:sldChg>
      <pc:sldChg chg="modSp add mod">
        <pc:chgData name="Sebastian Roldan Vasco" userId="31418594-e352-4801-9a96-51c3bb16e3dc" providerId="ADAL" clId="{D57088C5-4B19-4B26-A546-1528503C73C3}" dt="2024-02-09T13:30:00.846" v="244" actId="20577"/>
        <pc:sldMkLst>
          <pc:docMk/>
          <pc:sldMk cId="1524499364" sldId="299"/>
        </pc:sldMkLst>
        <pc:spChg chg="mod">
          <ac:chgData name="Sebastian Roldan Vasco" userId="31418594-e352-4801-9a96-51c3bb16e3dc" providerId="ADAL" clId="{D57088C5-4B19-4B26-A546-1528503C73C3}" dt="2024-02-09T13:30:00.846" v="244" actId="20577"/>
          <ac:spMkLst>
            <pc:docMk/>
            <pc:sldMk cId="1524499364" sldId="299"/>
            <ac:spMk id="2" creationId="{3F165343-32F5-807E-44D2-01A3981CBBC5}"/>
          </ac:spMkLst>
        </pc:spChg>
        <pc:spChg chg="mod">
          <ac:chgData name="Sebastian Roldan Vasco" userId="31418594-e352-4801-9a96-51c3bb16e3dc" providerId="ADAL" clId="{D57088C5-4B19-4B26-A546-1528503C73C3}" dt="2024-02-09T13:19:51.721" v="188" actId="20577"/>
          <ac:spMkLst>
            <pc:docMk/>
            <pc:sldMk cId="1524499364" sldId="299"/>
            <ac:spMk id="29" creationId="{7845DF63-49D0-03C4-5083-21CD694AB469}"/>
          </ac:spMkLst>
        </pc:spChg>
      </pc:sldChg>
      <pc:sldChg chg="modSp add mod">
        <pc:chgData name="Sebastian Roldan Vasco" userId="31418594-e352-4801-9a96-51c3bb16e3dc" providerId="ADAL" clId="{D57088C5-4B19-4B26-A546-1528503C73C3}" dt="2024-02-09T13:30:09.324" v="257" actId="20577"/>
        <pc:sldMkLst>
          <pc:docMk/>
          <pc:sldMk cId="2678461136" sldId="300"/>
        </pc:sldMkLst>
        <pc:spChg chg="mod">
          <ac:chgData name="Sebastian Roldan Vasco" userId="31418594-e352-4801-9a96-51c3bb16e3dc" providerId="ADAL" clId="{D57088C5-4B19-4B26-A546-1528503C73C3}" dt="2024-02-09T13:30:09.324" v="257" actId="20577"/>
          <ac:spMkLst>
            <pc:docMk/>
            <pc:sldMk cId="2678461136" sldId="300"/>
            <ac:spMk id="2" creationId="{42F91F7F-33BA-A1C2-B870-F8C4A16203EB}"/>
          </ac:spMkLst>
        </pc:spChg>
        <pc:spChg chg="mod">
          <ac:chgData name="Sebastian Roldan Vasco" userId="31418594-e352-4801-9a96-51c3bb16e3dc" providerId="ADAL" clId="{D57088C5-4B19-4B26-A546-1528503C73C3}" dt="2024-02-09T13:29:42.841" v="211" actId="20577"/>
          <ac:spMkLst>
            <pc:docMk/>
            <pc:sldMk cId="2678461136" sldId="300"/>
            <ac:spMk id="29" creationId="{6A5E3C87-5E2D-9417-2033-04DBA7A064E2}"/>
          </ac:spMkLst>
        </pc:spChg>
      </pc:sldChg>
      <pc:sldChg chg="addSp delSp modSp add mod ord modAnim">
        <pc:chgData name="Sebastian Roldan Vasco" userId="31418594-e352-4801-9a96-51c3bb16e3dc" providerId="ADAL" clId="{D57088C5-4B19-4B26-A546-1528503C73C3}" dt="2024-02-09T14:11:16.507" v="393" actId="1076"/>
        <pc:sldMkLst>
          <pc:docMk/>
          <pc:sldMk cId="1136471167" sldId="301"/>
        </pc:sldMkLst>
        <pc:spChg chg="mod">
          <ac:chgData name="Sebastian Roldan Vasco" userId="31418594-e352-4801-9a96-51c3bb16e3dc" providerId="ADAL" clId="{D57088C5-4B19-4B26-A546-1528503C73C3}" dt="2024-02-09T13:48:15.600" v="297" actId="20577"/>
          <ac:spMkLst>
            <pc:docMk/>
            <pc:sldMk cId="1136471167" sldId="301"/>
            <ac:spMk id="2" creationId="{E3C3BC5F-51C8-2F52-1910-CAA05EE17CBC}"/>
          </ac:spMkLst>
        </pc:spChg>
        <pc:spChg chg="add del">
          <ac:chgData name="Sebastian Roldan Vasco" userId="31418594-e352-4801-9a96-51c3bb16e3dc" providerId="ADAL" clId="{D57088C5-4B19-4B26-A546-1528503C73C3}" dt="2024-02-09T13:49:51.043" v="301" actId="478"/>
          <ac:spMkLst>
            <pc:docMk/>
            <pc:sldMk cId="1136471167" sldId="301"/>
            <ac:spMk id="3" creationId="{11438CA5-2759-CA78-8783-3F5156EC397B}"/>
          </ac:spMkLst>
        </pc:spChg>
        <pc:spChg chg="del">
          <ac:chgData name="Sebastian Roldan Vasco" userId="31418594-e352-4801-9a96-51c3bb16e3dc" providerId="ADAL" clId="{D57088C5-4B19-4B26-A546-1528503C73C3}" dt="2024-02-09T13:48:20.170" v="298" actId="478"/>
          <ac:spMkLst>
            <pc:docMk/>
            <pc:sldMk cId="1136471167" sldId="301"/>
            <ac:spMk id="17" creationId="{09C6A951-AB60-EF24-B2BA-596141F4ED03}"/>
          </ac:spMkLst>
        </pc:spChg>
        <pc:spChg chg="del">
          <ac:chgData name="Sebastian Roldan Vasco" userId="31418594-e352-4801-9a96-51c3bb16e3dc" providerId="ADAL" clId="{D57088C5-4B19-4B26-A546-1528503C73C3}" dt="2024-02-09T13:48:20.170" v="298" actId="478"/>
          <ac:spMkLst>
            <pc:docMk/>
            <pc:sldMk cId="1136471167" sldId="301"/>
            <ac:spMk id="18" creationId="{A8141E8A-9FD4-47F2-B153-EE067A8BBD14}"/>
          </ac:spMkLst>
        </pc:spChg>
        <pc:spChg chg="del">
          <ac:chgData name="Sebastian Roldan Vasco" userId="31418594-e352-4801-9a96-51c3bb16e3dc" providerId="ADAL" clId="{D57088C5-4B19-4B26-A546-1528503C73C3}" dt="2024-02-09T13:48:20.170" v="298" actId="478"/>
          <ac:spMkLst>
            <pc:docMk/>
            <pc:sldMk cId="1136471167" sldId="301"/>
            <ac:spMk id="20" creationId="{646B0836-D4CD-D20F-50B9-157E0593B7C7}"/>
          </ac:spMkLst>
        </pc:spChg>
        <pc:spChg chg="del">
          <ac:chgData name="Sebastian Roldan Vasco" userId="31418594-e352-4801-9a96-51c3bb16e3dc" providerId="ADAL" clId="{D57088C5-4B19-4B26-A546-1528503C73C3}" dt="2024-02-09T13:48:20.170" v="298" actId="478"/>
          <ac:spMkLst>
            <pc:docMk/>
            <pc:sldMk cId="1136471167" sldId="301"/>
            <ac:spMk id="21" creationId="{D0CA9B24-05F6-CBEA-2898-D4CB1384FBA1}"/>
          </ac:spMkLst>
        </pc:spChg>
        <pc:picChg chg="del">
          <ac:chgData name="Sebastian Roldan Vasco" userId="31418594-e352-4801-9a96-51c3bb16e3dc" providerId="ADAL" clId="{D57088C5-4B19-4B26-A546-1528503C73C3}" dt="2024-02-09T13:48:20.170" v="298" actId="478"/>
          <ac:picMkLst>
            <pc:docMk/>
            <pc:sldMk cId="1136471167" sldId="301"/>
            <ac:picMk id="7" creationId="{26BEF4B3-E843-6377-B84E-91C90458BED0}"/>
          </ac:picMkLst>
        </pc:picChg>
        <pc:picChg chg="del">
          <ac:chgData name="Sebastian Roldan Vasco" userId="31418594-e352-4801-9a96-51c3bb16e3dc" providerId="ADAL" clId="{D57088C5-4B19-4B26-A546-1528503C73C3}" dt="2024-02-09T13:48:20.170" v="298" actId="478"/>
          <ac:picMkLst>
            <pc:docMk/>
            <pc:sldMk cId="1136471167" sldId="301"/>
            <ac:picMk id="10" creationId="{B6311192-BD13-2F11-D3AB-83EE9AF466CD}"/>
          </ac:picMkLst>
        </pc:picChg>
        <pc:picChg chg="del">
          <ac:chgData name="Sebastian Roldan Vasco" userId="31418594-e352-4801-9a96-51c3bb16e3dc" providerId="ADAL" clId="{D57088C5-4B19-4B26-A546-1528503C73C3}" dt="2024-02-09T13:48:22.443" v="299" actId="478"/>
          <ac:picMkLst>
            <pc:docMk/>
            <pc:sldMk cId="1136471167" sldId="301"/>
            <ac:picMk id="12" creationId="{60DCB0B5-41F8-4F73-1142-1CCD231C6B81}"/>
          </ac:picMkLst>
        </pc:picChg>
        <pc:picChg chg="del">
          <ac:chgData name="Sebastian Roldan Vasco" userId="31418594-e352-4801-9a96-51c3bb16e3dc" providerId="ADAL" clId="{D57088C5-4B19-4B26-A546-1528503C73C3}" dt="2024-02-09T13:48:20.170" v="298" actId="478"/>
          <ac:picMkLst>
            <pc:docMk/>
            <pc:sldMk cId="1136471167" sldId="301"/>
            <ac:picMk id="13" creationId="{218D96CC-48FE-52EC-0FC7-1C12232AE124}"/>
          </ac:picMkLst>
        </pc:picChg>
        <pc:picChg chg="del">
          <ac:chgData name="Sebastian Roldan Vasco" userId="31418594-e352-4801-9a96-51c3bb16e3dc" providerId="ADAL" clId="{D57088C5-4B19-4B26-A546-1528503C73C3}" dt="2024-02-09T13:48:20.170" v="298" actId="478"/>
          <ac:picMkLst>
            <pc:docMk/>
            <pc:sldMk cId="1136471167" sldId="301"/>
            <ac:picMk id="14" creationId="{2208CA1D-DA42-2190-31BF-756BB4E941AE}"/>
          </ac:picMkLst>
        </pc:picChg>
        <pc:picChg chg="del">
          <ac:chgData name="Sebastian Roldan Vasco" userId="31418594-e352-4801-9a96-51c3bb16e3dc" providerId="ADAL" clId="{D57088C5-4B19-4B26-A546-1528503C73C3}" dt="2024-02-09T13:48:20.170" v="298" actId="478"/>
          <ac:picMkLst>
            <pc:docMk/>
            <pc:sldMk cId="1136471167" sldId="301"/>
            <ac:picMk id="15" creationId="{150B717A-6F6B-C5A8-B5FA-586FCDE4D061}"/>
          </ac:picMkLst>
        </pc:picChg>
        <pc:picChg chg="del">
          <ac:chgData name="Sebastian Roldan Vasco" userId="31418594-e352-4801-9a96-51c3bb16e3dc" providerId="ADAL" clId="{D57088C5-4B19-4B26-A546-1528503C73C3}" dt="2024-02-09T13:48:20.170" v="298" actId="478"/>
          <ac:picMkLst>
            <pc:docMk/>
            <pc:sldMk cId="1136471167" sldId="301"/>
            <ac:picMk id="16" creationId="{17EEB779-E920-18D0-023B-77B3A6DA1111}"/>
          </ac:picMkLst>
        </pc:picChg>
        <pc:picChg chg="add del mod">
          <ac:chgData name="Sebastian Roldan Vasco" userId="31418594-e352-4801-9a96-51c3bb16e3dc" providerId="ADAL" clId="{D57088C5-4B19-4B26-A546-1528503C73C3}" dt="2024-02-09T13:58:15.314" v="351" actId="478"/>
          <ac:picMkLst>
            <pc:docMk/>
            <pc:sldMk cId="1136471167" sldId="301"/>
            <ac:picMk id="1028" creationId="{D8F07978-7D75-3E28-02F2-F6A5AAD15B2A}"/>
          </ac:picMkLst>
        </pc:picChg>
        <pc:picChg chg="add del mod">
          <ac:chgData name="Sebastian Roldan Vasco" userId="31418594-e352-4801-9a96-51c3bb16e3dc" providerId="ADAL" clId="{D57088C5-4B19-4B26-A546-1528503C73C3}" dt="2024-02-09T13:58:15.314" v="351" actId="478"/>
          <ac:picMkLst>
            <pc:docMk/>
            <pc:sldMk cId="1136471167" sldId="301"/>
            <ac:picMk id="1030" creationId="{BAA8580D-A923-B4F1-2C1E-AB0E0CC6AD3D}"/>
          </ac:picMkLst>
        </pc:picChg>
        <pc:picChg chg="add del mod">
          <ac:chgData name="Sebastian Roldan Vasco" userId="31418594-e352-4801-9a96-51c3bb16e3dc" providerId="ADAL" clId="{D57088C5-4B19-4B26-A546-1528503C73C3}" dt="2024-02-09T13:58:15.314" v="351" actId="478"/>
          <ac:picMkLst>
            <pc:docMk/>
            <pc:sldMk cId="1136471167" sldId="301"/>
            <ac:picMk id="1032" creationId="{67FD77EA-78EC-2A62-AD59-E51BE68D72DD}"/>
          </ac:picMkLst>
        </pc:picChg>
        <pc:picChg chg="add del mod">
          <ac:chgData name="Sebastian Roldan Vasco" userId="31418594-e352-4801-9a96-51c3bb16e3dc" providerId="ADAL" clId="{D57088C5-4B19-4B26-A546-1528503C73C3}" dt="2024-02-09T13:55:34.854" v="335" actId="478"/>
          <ac:picMkLst>
            <pc:docMk/>
            <pc:sldMk cId="1136471167" sldId="301"/>
            <ac:picMk id="1034" creationId="{D096C987-AE4C-DA8B-828B-7704850896D9}"/>
          </ac:picMkLst>
        </pc:picChg>
        <pc:picChg chg="add del mod">
          <ac:chgData name="Sebastian Roldan Vasco" userId="31418594-e352-4801-9a96-51c3bb16e3dc" providerId="ADAL" clId="{D57088C5-4B19-4B26-A546-1528503C73C3}" dt="2024-02-09T13:58:15.314" v="351" actId="478"/>
          <ac:picMkLst>
            <pc:docMk/>
            <pc:sldMk cId="1136471167" sldId="301"/>
            <ac:picMk id="1036" creationId="{5E3927F0-FB2B-A882-65F4-F845BE3D6D17}"/>
          </ac:picMkLst>
        </pc:picChg>
        <pc:picChg chg="add del mod">
          <ac:chgData name="Sebastian Roldan Vasco" userId="31418594-e352-4801-9a96-51c3bb16e3dc" providerId="ADAL" clId="{D57088C5-4B19-4B26-A546-1528503C73C3}" dt="2024-02-09T13:55:36.431" v="336" actId="478"/>
          <ac:picMkLst>
            <pc:docMk/>
            <pc:sldMk cId="1136471167" sldId="301"/>
            <ac:picMk id="1038" creationId="{A1EE5FBB-0233-8995-F476-3F44BBD0FA22}"/>
          </ac:picMkLst>
        </pc:picChg>
        <pc:picChg chg="add del mod">
          <ac:chgData name="Sebastian Roldan Vasco" userId="31418594-e352-4801-9a96-51c3bb16e3dc" providerId="ADAL" clId="{D57088C5-4B19-4B26-A546-1528503C73C3}" dt="2024-02-09T13:55:30.093" v="334" actId="478"/>
          <ac:picMkLst>
            <pc:docMk/>
            <pc:sldMk cId="1136471167" sldId="301"/>
            <ac:picMk id="1040" creationId="{62BD01C6-436A-B450-100E-952722541C84}"/>
          </ac:picMkLst>
        </pc:picChg>
        <pc:picChg chg="add del mod">
          <ac:chgData name="Sebastian Roldan Vasco" userId="31418594-e352-4801-9a96-51c3bb16e3dc" providerId="ADAL" clId="{D57088C5-4B19-4B26-A546-1528503C73C3}" dt="2024-02-09T13:58:15.314" v="351" actId="478"/>
          <ac:picMkLst>
            <pc:docMk/>
            <pc:sldMk cId="1136471167" sldId="301"/>
            <ac:picMk id="1042" creationId="{0AFB154D-F6E4-2B60-AE4C-26F6A4333FE0}"/>
          </ac:picMkLst>
        </pc:picChg>
        <pc:picChg chg="add del mod">
          <ac:chgData name="Sebastian Roldan Vasco" userId="31418594-e352-4801-9a96-51c3bb16e3dc" providerId="ADAL" clId="{D57088C5-4B19-4B26-A546-1528503C73C3}" dt="2024-02-09T13:58:15.314" v="351" actId="478"/>
          <ac:picMkLst>
            <pc:docMk/>
            <pc:sldMk cId="1136471167" sldId="301"/>
            <ac:picMk id="1044" creationId="{70A8755C-5A73-A683-9F6B-96FCA83577F5}"/>
          </ac:picMkLst>
        </pc:picChg>
        <pc:picChg chg="add mod">
          <ac:chgData name="Sebastian Roldan Vasco" userId="31418594-e352-4801-9a96-51c3bb16e3dc" providerId="ADAL" clId="{D57088C5-4B19-4B26-A546-1528503C73C3}" dt="2024-02-09T14:11:14.901" v="392" actId="1076"/>
          <ac:picMkLst>
            <pc:docMk/>
            <pc:sldMk cId="1136471167" sldId="301"/>
            <ac:picMk id="1046" creationId="{521A624E-9F7E-8793-B62C-DECA23A10F10}"/>
          </ac:picMkLst>
        </pc:picChg>
        <pc:picChg chg="add mod">
          <ac:chgData name="Sebastian Roldan Vasco" userId="31418594-e352-4801-9a96-51c3bb16e3dc" providerId="ADAL" clId="{D57088C5-4B19-4B26-A546-1528503C73C3}" dt="2024-02-09T14:11:12.851" v="390" actId="1076"/>
          <ac:picMkLst>
            <pc:docMk/>
            <pc:sldMk cId="1136471167" sldId="301"/>
            <ac:picMk id="1048" creationId="{6D0ADFD9-6DCA-A3F2-19FE-6BE5004037CE}"/>
          </ac:picMkLst>
        </pc:picChg>
        <pc:picChg chg="add del mod">
          <ac:chgData name="Sebastian Roldan Vasco" userId="31418594-e352-4801-9a96-51c3bb16e3dc" providerId="ADAL" clId="{D57088C5-4B19-4B26-A546-1528503C73C3}" dt="2024-02-09T14:09:29.215" v="377" actId="478"/>
          <ac:picMkLst>
            <pc:docMk/>
            <pc:sldMk cId="1136471167" sldId="301"/>
            <ac:picMk id="1050" creationId="{BA167E4C-34A3-BE8E-2750-36BE4DFC5473}"/>
          </ac:picMkLst>
        </pc:picChg>
        <pc:picChg chg="add mod">
          <ac:chgData name="Sebastian Roldan Vasco" userId="31418594-e352-4801-9a96-51c3bb16e3dc" providerId="ADAL" clId="{D57088C5-4B19-4B26-A546-1528503C73C3}" dt="2024-02-09T14:11:14.119" v="391" actId="1076"/>
          <ac:picMkLst>
            <pc:docMk/>
            <pc:sldMk cId="1136471167" sldId="301"/>
            <ac:picMk id="1052" creationId="{A593CB9B-AFAF-6BBB-54B6-2AB767868988}"/>
          </ac:picMkLst>
        </pc:picChg>
        <pc:picChg chg="add mod">
          <ac:chgData name="Sebastian Roldan Vasco" userId="31418594-e352-4801-9a96-51c3bb16e3dc" providerId="ADAL" clId="{D57088C5-4B19-4B26-A546-1528503C73C3}" dt="2024-02-09T14:11:16.507" v="393" actId="1076"/>
          <ac:picMkLst>
            <pc:docMk/>
            <pc:sldMk cId="1136471167" sldId="301"/>
            <ac:picMk id="1054" creationId="{62F00598-D908-F917-5F38-228D9BC970A9}"/>
          </ac:picMkLst>
        </pc:picChg>
        <pc:picChg chg="add mod">
          <ac:chgData name="Sebastian Roldan Vasco" userId="31418594-e352-4801-9a96-51c3bb16e3dc" providerId="ADAL" clId="{D57088C5-4B19-4B26-A546-1528503C73C3}" dt="2024-02-09T14:11:07.207" v="389" actId="1076"/>
          <ac:picMkLst>
            <pc:docMk/>
            <pc:sldMk cId="1136471167" sldId="301"/>
            <ac:picMk id="1056" creationId="{0C486EB2-9A80-E473-D7B1-BAF866E30109}"/>
          </ac:picMkLst>
        </pc:picChg>
        <pc:picChg chg="del">
          <ac:chgData name="Sebastian Roldan Vasco" userId="31418594-e352-4801-9a96-51c3bb16e3dc" providerId="ADAL" clId="{D57088C5-4B19-4B26-A546-1528503C73C3}" dt="2024-02-09T13:48:20.170" v="298" actId="478"/>
          <ac:picMkLst>
            <pc:docMk/>
            <pc:sldMk cId="1136471167" sldId="301"/>
            <ac:picMk id="6146" creationId="{06074812-7083-C93F-65C3-110C514AC0C2}"/>
          </ac:picMkLst>
        </pc:picChg>
        <pc:cxnChg chg="del">
          <ac:chgData name="Sebastian Roldan Vasco" userId="31418594-e352-4801-9a96-51c3bb16e3dc" providerId="ADAL" clId="{D57088C5-4B19-4B26-A546-1528503C73C3}" dt="2024-02-09T13:48:20.170" v="298" actId="478"/>
          <ac:cxnSpMkLst>
            <pc:docMk/>
            <pc:sldMk cId="1136471167" sldId="301"/>
            <ac:cxnSpMk id="19" creationId="{C539C1E4-60F4-92D2-C6DB-3A814CD4A001}"/>
          </ac:cxnSpMkLst>
        </pc:cxnChg>
        <pc:cxnChg chg="del">
          <ac:chgData name="Sebastian Roldan Vasco" userId="31418594-e352-4801-9a96-51c3bb16e3dc" providerId="ADAL" clId="{D57088C5-4B19-4B26-A546-1528503C73C3}" dt="2024-02-09T13:48:20.170" v="298" actId="478"/>
          <ac:cxnSpMkLst>
            <pc:docMk/>
            <pc:sldMk cId="1136471167" sldId="301"/>
            <ac:cxnSpMk id="22" creationId="{785BF69D-E2E2-1815-175D-F850D325F089}"/>
          </ac:cxnSpMkLst>
        </pc:cxnChg>
      </pc:sldChg>
      <pc:sldChg chg="modSp add mod ord">
        <pc:chgData name="Sebastian Roldan Vasco" userId="31418594-e352-4801-9a96-51c3bb16e3dc" providerId="ADAL" clId="{D57088C5-4B19-4B26-A546-1528503C73C3}" dt="2024-02-09T19:26:21.098" v="395" actId="20577"/>
        <pc:sldMkLst>
          <pc:docMk/>
          <pc:sldMk cId="1809864472" sldId="302"/>
        </pc:sldMkLst>
        <pc:spChg chg="mod">
          <ac:chgData name="Sebastian Roldan Vasco" userId="31418594-e352-4801-9a96-51c3bb16e3dc" providerId="ADAL" clId="{D57088C5-4B19-4B26-A546-1528503C73C3}" dt="2024-02-09T19:26:21.098" v="395" actId="20577"/>
          <ac:spMkLst>
            <pc:docMk/>
            <pc:sldMk cId="1809864472" sldId="302"/>
            <ac:spMk id="2" creationId="{0EAAAF87-009B-342D-2104-B3E1BC856AF4}"/>
          </ac:spMkLst>
        </pc:spChg>
        <pc:picChg chg="mod">
          <ac:chgData name="Sebastian Roldan Vasco" userId="31418594-e352-4801-9a96-51c3bb16e3dc" providerId="ADAL" clId="{D57088C5-4B19-4B26-A546-1528503C73C3}" dt="2024-02-09T13:57:47.196" v="345" actId="1076"/>
          <ac:picMkLst>
            <pc:docMk/>
            <pc:sldMk cId="1809864472" sldId="302"/>
            <ac:picMk id="1028" creationId="{8FDDEC67-C980-C7B4-C584-51689DD081C3}"/>
          </ac:picMkLst>
        </pc:picChg>
        <pc:picChg chg="mod">
          <ac:chgData name="Sebastian Roldan Vasco" userId="31418594-e352-4801-9a96-51c3bb16e3dc" providerId="ADAL" clId="{D57088C5-4B19-4B26-A546-1528503C73C3}" dt="2024-02-09T13:58:08.178" v="348" actId="1076"/>
          <ac:picMkLst>
            <pc:docMk/>
            <pc:sldMk cId="1809864472" sldId="302"/>
            <ac:picMk id="1030" creationId="{F669060E-FA4E-B196-E406-95E48C3D8B78}"/>
          </ac:picMkLst>
        </pc:picChg>
        <pc:picChg chg="mod">
          <ac:chgData name="Sebastian Roldan Vasco" userId="31418594-e352-4801-9a96-51c3bb16e3dc" providerId="ADAL" clId="{D57088C5-4B19-4B26-A546-1528503C73C3}" dt="2024-02-09T13:57:53.530" v="346" actId="1076"/>
          <ac:picMkLst>
            <pc:docMk/>
            <pc:sldMk cId="1809864472" sldId="302"/>
            <ac:picMk id="1032" creationId="{4AAC935A-15ED-B7AB-C3A8-06CEDFB216F4}"/>
          </ac:picMkLst>
        </pc:picChg>
        <pc:picChg chg="mod">
          <ac:chgData name="Sebastian Roldan Vasco" userId="31418594-e352-4801-9a96-51c3bb16e3dc" providerId="ADAL" clId="{D57088C5-4B19-4B26-A546-1528503C73C3}" dt="2024-02-09T13:58:04.062" v="347" actId="1076"/>
          <ac:picMkLst>
            <pc:docMk/>
            <pc:sldMk cId="1809864472" sldId="302"/>
            <ac:picMk id="1036" creationId="{11A40566-5180-00B8-95E1-CF24709C2729}"/>
          </ac:picMkLst>
        </pc:picChg>
        <pc:picChg chg="mod">
          <ac:chgData name="Sebastian Roldan Vasco" userId="31418594-e352-4801-9a96-51c3bb16e3dc" providerId="ADAL" clId="{D57088C5-4B19-4B26-A546-1528503C73C3}" dt="2024-02-09T13:57:41.398" v="343" actId="1076"/>
          <ac:picMkLst>
            <pc:docMk/>
            <pc:sldMk cId="1809864472" sldId="302"/>
            <ac:picMk id="1044" creationId="{DD7ACFFA-12BB-A20A-1E88-8FA05902AAE5}"/>
          </ac:picMkLst>
        </pc:picChg>
      </pc:sldChg>
    </pc:docChg>
  </pc:docChgLst>
  <pc:docChgLst>
    <pc:chgData name="Sebastian Roldan Vasco" userId="31418594-e352-4801-9a96-51c3bb16e3dc" providerId="ADAL" clId="{E7FD0646-A4C8-4261-BD73-8D5984483C41}"/>
    <pc:docChg chg="custSel delSld modSld">
      <pc:chgData name="Sebastian Roldan Vasco" userId="31418594-e352-4801-9a96-51c3bb16e3dc" providerId="ADAL" clId="{E7FD0646-A4C8-4261-BD73-8D5984483C41}" dt="2020-08-13T21:39:26.151" v="90" actId="20577"/>
      <pc:docMkLst>
        <pc:docMk/>
      </pc:docMkLst>
      <pc:sldChg chg="del">
        <pc:chgData name="Sebastian Roldan Vasco" userId="31418594-e352-4801-9a96-51c3bb16e3dc" providerId="ADAL" clId="{E7FD0646-A4C8-4261-BD73-8D5984483C41}" dt="2020-08-13T21:33:16.194" v="0" actId="47"/>
        <pc:sldMkLst>
          <pc:docMk/>
          <pc:sldMk cId="2140293005" sldId="277"/>
        </pc:sldMkLst>
      </pc:sldChg>
      <pc:sldChg chg="modSp mod">
        <pc:chgData name="Sebastian Roldan Vasco" userId="31418594-e352-4801-9a96-51c3bb16e3dc" providerId="ADAL" clId="{E7FD0646-A4C8-4261-BD73-8D5984483C41}" dt="2020-08-13T21:33:34.975" v="9" actId="20577"/>
        <pc:sldMkLst>
          <pc:docMk/>
          <pc:sldMk cId="2315610688" sldId="331"/>
        </pc:sldMkLst>
        <pc:spChg chg="mod">
          <ac:chgData name="Sebastian Roldan Vasco" userId="31418594-e352-4801-9a96-51c3bb16e3dc" providerId="ADAL" clId="{E7FD0646-A4C8-4261-BD73-8D5984483C41}" dt="2020-08-13T21:33:34.975" v="9" actId="20577"/>
          <ac:spMkLst>
            <pc:docMk/>
            <pc:sldMk cId="2315610688" sldId="331"/>
            <ac:spMk id="7" creationId="{00000000-0000-0000-0000-000000000000}"/>
          </ac:spMkLst>
        </pc:spChg>
      </pc:sldChg>
      <pc:sldChg chg="modSp mod">
        <pc:chgData name="Sebastian Roldan Vasco" userId="31418594-e352-4801-9a96-51c3bb16e3dc" providerId="ADAL" clId="{E7FD0646-A4C8-4261-BD73-8D5984483C41}" dt="2020-08-13T21:33:54.962" v="15" actId="20577"/>
        <pc:sldMkLst>
          <pc:docMk/>
          <pc:sldMk cId="770709186" sldId="333"/>
        </pc:sldMkLst>
        <pc:spChg chg="mod">
          <ac:chgData name="Sebastian Roldan Vasco" userId="31418594-e352-4801-9a96-51c3bb16e3dc" providerId="ADAL" clId="{E7FD0646-A4C8-4261-BD73-8D5984483C41}" dt="2020-08-13T21:33:54.962" v="15" actId="20577"/>
          <ac:spMkLst>
            <pc:docMk/>
            <pc:sldMk cId="770709186" sldId="333"/>
            <ac:spMk id="30" creationId="{00000000-0000-0000-0000-000000000000}"/>
          </ac:spMkLst>
        </pc:spChg>
      </pc:sldChg>
      <pc:sldChg chg="modSp mod">
        <pc:chgData name="Sebastian Roldan Vasco" userId="31418594-e352-4801-9a96-51c3bb16e3dc" providerId="ADAL" clId="{E7FD0646-A4C8-4261-BD73-8D5984483C41}" dt="2020-08-13T21:36:17.509" v="50" actId="14100"/>
        <pc:sldMkLst>
          <pc:docMk/>
          <pc:sldMk cId="1094862229" sldId="336"/>
        </pc:sldMkLst>
        <pc:spChg chg="mod">
          <ac:chgData name="Sebastian Roldan Vasco" userId="31418594-e352-4801-9a96-51c3bb16e3dc" providerId="ADAL" clId="{E7FD0646-A4C8-4261-BD73-8D5984483C41}" dt="2020-08-13T21:35:31.917" v="30" actId="1035"/>
          <ac:spMkLst>
            <pc:docMk/>
            <pc:sldMk cId="1094862229" sldId="336"/>
            <ac:spMk id="8" creationId="{00000000-0000-0000-0000-000000000000}"/>
          </ac:spMkLst>
        </pc:spChg>
        <pc:spChg chg="mod">
          <ac:chgData name="Sebastian Roldan Vasco" userId="31418594-e352-4801-9a96-51c3bb16e3dc" providerId="ADAL" clId="{E7FD0646-A4C8-4261-BD73-8D5984483C41}" dt="2020-08-13T21:36:13.702" v="49" actId="1036"/>
          <ac:spMkLst>
            <pc:docMk/>
            <pc:sldMk cId="1094862229" sldId="336"/>
            <ac:spMk id="9" creationId="{00000000-0000-0000-0000-000000000000}"/>
          </ac:spMkLst>
        </pc:spChg>
        <pc:cxnChg chg="mod">
          <ac:chgData name="Sebastian Roldan Vasco" userId="31418594-e352-4801-9a96-51c3bb16e3dc" providerId="ADAL" clId="{E7FD0646-A4C8-4261-BD73-8D5984483C41}" dt="2020-08-13T21:35:31.917" v="30" actId="1035"/>
          <ac:cxnSpMkLst>
            <pc:docMk/>
            <pc:sldMk cId="1094862229" sldId="336"/>
            <ac:cxnSpMk id="12" creationId="{00000000-0000-0000-0000-000000000000}"/>
          </ac:cxnSpMkLst>
        </pc:cxnChg>
        <pc:cxnChg chg="mod">
          <ac:chgData name="Sebastian Roldan Vasco" userId="31418594-e352-4801-9a96-51c3bb16e3dc" providerId="ADAL" clId="{E7FD0646-A4C8-4261-BD73-8D5984483C41}" dt="2020-08-13T21:36:13.702" v="49" actId="1036"/>
          <ac:cxnSpMkLst>
            <pc:docMk/>
            <pc:sldMk cId="1094862229" sldId="336"/>
            <ac:cxnSpMk id="15" creationId="{00000000-0000-0000-0000-000000000000}"/>
          </ac:cxnSpMkLst>
        </pc:cxnChg>
        <pc:cxnChg chg="mod">
          <ac:chgData name="Sebastian Roldan Vasco" userId="31418594-e352-4801-9a96-51c3bb16e3dc" providerId="ADAL" clId="{E7FD0646-A4C8-4261-BD73-8D5984483C41}" dt="2020-08-13T21:36:17.509" v="50" actId="14100"/>
          <ac:cxnSpMkLst>
            <pc:docMk/>
            <pc:sldMk cId="1094862229" sldId="336"/>
            <ac:cxnSpMk id="22" creationId="{00000000-0000-0000-0000-000000000000}"/>
          </ac:cxnSpMkLst>
        </pc:cxnChg>
        <pc:cxnChg chg="mod">
          <ac:chgData name="Sebastian Roldan Vasco" userId="31418594-e352-4801-9a96-51c3bb16e3dc" providerId="ADAL" clId="{E7FD0646-A4C8-4261-BD73-8D5984483C41}" dt="2020-08-13T21:35:37.533" v="31" actId="14100"/>
          <ac:cxnSpMkLst>
            <pc:docMk/>
            <pc:sldMk cId="1094862229" sldId="336"/>
            <ac:cxnSpMk id="25" creationId="{00000000-0000-0000-0000-000000000000}"/>
          </ac:cxnSpMkLst>
        </pc:cxnChg>
      </pc:sldChg>
      <pc:sldChg chg="modSp mod">
        <pc:chgData name="Sebastian Roldan Vasco" userId="31418594-e352-4801-9a96-51c3bb16e3dc" providerId="ADAL" clId="{E7FD0646-A4C8-4261-BD73-8D5984483C41}" dt="2020-08-13T21:37:25.977" v="70" actId="20577"/>
        <pc:sldMkLst>
          <pc:docMk/>
          <pc:sldMk cId="1012782567" sldId="337"/>
        </pc:sldMkLst>
        <pc:spChg chg="mod">
          <ac:chgData name="Sebastian Roldan Vasco" userId="31418594-e352-4801-9a96-51c3bb16e3dc" providerId="ADAL" clId="{E7FD0646-A4C8-4261-BD73-8D5984483C41}" dt="2020-08-13T21:37:25.977" v="70" actId="20577"/>
          <ac:spMkLst>
            <pc:docMk/>
            <pc:sldMk cId="1012782567" sldId="337"/>
            <ac:spMk id="3" creationId="{00000000-0000-0000-0000-000000000000}"/>
          </ac:spMkLst>
        </pc:spChg>
      </pc:sldChg>
      <pc:sldChg chg="modSp mod">
        <pc:chgData name="Sebastian Roldan Vasco" userId="31418594-e352-4801-9a96-51c3bb16e3dc" providerId="ADAL" clId="{E7FD0646-A4C8-4261-BD73-8D5984483C41}" dt="2020-08-13T21:38:37.536" v="73" actId="20577"/>
        <pc:sldMkLst>
          <pc:docMk/>
          <pc:sldMk cId="3495404362" sldId="343"/>
        </pc:sldMkLst>
        <pc:spChg chg="mod">
          <ac:chgData name="Sebastian Roldan Vasco" userId="31418594-e352-4801-9a96-51c3bb16e3dc" providerId="ADAL" clId="{E7FD0646-A4C8-4261-BD73-8D5984483C41}" dt="2020-08-13T21:38:37.536" v="73" actId="20577"/>
          <ac:spMkLst>
            <pc:docMk/>
            <pc:sldMk cId="3495404362" sldId="343"/>
            <ac:spMk id="3" creationId="{00000000-0000-0000-0000-000000000000}"/>
          </ac:spMkLst>
        </pc:spChg>
      </pc:sldChg>
      <pc:sldChg chg="modSp">
        <pc:chgData name="Sebastian Roldan Vasco" userId="31418594-e352-4801-9a96-51c3bb16e3dc" providerId="ADAL" clId="{E7FD0646-A4C8-4261-BD73-8D5984483C41}" dt="2020-08-13T21:39:15.039" v="80" actId="20577"/>
        <pc:sldMkLst>
          <pc:docMk/>
          <pc:sldMk cId="170910603" sldId="348"/>
        </pc:sldMkLst>
        <pc:spChg chg="mod">
          <ac:chgData name="Sebastian Roldan Vasco" userId="31418594-e352-4801-9a96-51c3bb16e3dc" providerId="ADAL" clId="{E7FD0646-A4C8-4261-BD73-8D5984483C41}" dt="2020-08-13T21:39:15.039" v="80" actId="20577"/>
          <ac:spMkLst>
            <pc:docMk/>
            <pc:sldMk cId="170910603" sldId="348"/>
            <ac:spMk id="3" creationId="{00000000-0000-0000-0000-000000000000}"/>
          </ac:spMkLst>
        </pc:spChg>
      </pc:sldChg>
      <pc:sldChg chg="modSp mod">
        <pc:chgData name="Sebastian Roldan Vasco" userId="31418594-e352-4801-9a96-51c3bb16e3dc" providerId="ADAL" clId="{E7FD0646-A4C8-4261-BD73-8D5984483C41}" dt="2020-08-13T21:39:14.561" v="75" actId="27636"/>
        <pc:sldMkLst>
          <pc:docMk/>
          <pc:sldMk cId="2387595189" sldId="352"/>
        </pc:sldMkLst>
        <pc:spChg chg="mod">
          <ac:chgData name="Sebastian Roldan Vasco" userId="31418594-e352-4801-9a96-51c3bb16e3dc" providerId="ADAL" clId="{E7FD0646-A4C8-4261-BD73-8D5984483C41}" dt="2020-08-13T21:39:14.561" v="75" actId="27636"/>
          <ac:spMkLst>
            <pc:docMk/>
            <pc:sldMk cId="2387595189" sldId="352"/>
            <ac:spMk id="7" creationId="{00000000-0000-0000-0000-000000000000}"/>
          </ac:spMkLst>
        </pc:spChg>
      </pc:sldChg>
      <pc:sldChg chg="del">
        <pc:chgData name="Sebastian Roldan Vasco" userId="31418594-e352-4801-9a96-51c3bb16e3dc" providerId="ADAL" clId="{E7FD0646-A4C8-4261-BD73-8D5984483C41}" dt="2020-08-13T21:34:06.710" v="16" actId="47"/>
        <pc:sldMkLst>
          <pc:docMk/>
          <pc:sldMk cId="582966617" sldId="353"/>
        </pc:sldMkLst>
      </pc:sldChg>
      <pc:sldChg chg="modSp">
        <pc:chgData name="Sebastian Roldan Vasco" userId="31418594-e352-4801-9a96-51c3bb16e3dc" providerId="ADAL" clId="{E7FD0646-A4C8-4261-BD73-8D5984483C41}" dt="2020-08-13T21:39:26.151" v="90" actId="20577"/>
        <pc:sldMkLst>
          <pc:docMk/>
          <pc:sldMk cId="466743821" sldId="358"/>
        </pc:sldMkLst>
        <pc:spChg chg="mod">
          <ac:chgData name="Sebastian Roldan Vasco" userId="31418594-e352-4801-9a96-51c3bb16e3dc" providerId="ADAL" clId="{E7FD0646-A4C8-4261-BD73-8D5984483C41}" dt="2020-08-13T21:39:26.151" v="90" actId="20577"/>
          <ac:spMkLst>
            <pc:docMk/>
            <pc:sldMk cId="466743821" sldId="358"/>
            <ac:spMk id="3" creationId="{00000000-0000-0000-0000-000000000000}"/>
          </ac:spMkLst>
        </pc:spChg>
      </pc:sldChg>
    </pc:docChg>
  </pc:docChgLst>
  <pc:docChgLst>
    <pc:chgData name="Sebastian Roldan Vasco" userId="31418594-e352-4801-9a96-51c3bb16e3dc" providerId="ADAL" clId="{503DEE30-F3AC-4976-A40C-CDE7EEA8C192}"/>
    <pc:docChg chg="addSld delSld modSld sldOrd">
      <pc:chgData name="Sebastian Roldan Vasco" userId="31418594-e352-4801-9a96-51c3bb16e3dc" providerId="ADAL" clId="{503DEE30-F3AC-4976-A40C-CDE7EEA8C192}" dt="2024-08-09T19:39:41.026" v="27"/>
      <pc:docMkLst>
        <pc:docMk/>
      </pc:docMkLst>
      <pc:sldChg chg="modSp mod">
        <pc:chgData name="Sebastian Roldan Vasco" userId="31418594-e352-4801-9a96-51c3bb16e3dc" providerId="ADAL" clId="{503DEE30-F3AC-4976-A40C-CDE7EEA8C192}" dt="2024-08-09T19:38:07.668" v="18" actId="20577"/>
        <pc:sldMkLst>
          <pc:docMk/>
          <pc:sldMk cId="0" sldId="276"/>
        </pc:sldMkLst>
        <pc:spChg chg="mod">
          <ac:chgData name="Sebastian Roldan Vasco" userId="31418594-e352-4801-9a96-51c3bb16e3dc" providerId="ADAL" clId="{503DEE30-F3AC-4976-A40C-CDE7EEA8C192}" dt="2024-08-09T19:38:07.668" v="18" actId="20577"/>
          <ac:spMkLst>
            <pc:docMk/>
            <pc:sldMk cId="0" sldId="276"/>
            <ac:spMk id="2" creationId="{00000000-0000-0000-0000-000000000000}"/>
          </ac:spMkLst>
        </pc:spChg>
      </pc:sldChg>
      <pc:sldChg chg="ord">
        <pc:chgData name="Sebastian Roldan Vasco" userId="31418594-e352-4801-9a96-51c3bb16e3dc" providerId="ADAL" clId="{503DEE30-F3AC-4976-A40C-CDE7EEA8C192}" dt="2024-08-09T19:37:52.712" v="1"/>
        <pc:sldMkLst>
          <pc:docMk/>
          <pc:sldMk cId="1136471167" sldId="301"/>
        </pc:sldMkLst>
      </pc:sldChg>
      <pc:sldChg chg="ord">
        <pc:chgData name="Sebastian Roldan Vasco" userId="31418594-e352-4801-9a96-51c3bb16e3dc" providerId="ADAL" clId="{503DEE30-F3AC-4976-A40C-CDE7EEA8C192}" dt="2024-08-09T19:37:52.712" v="1"/>
        <pc:sldMkLst>
          <pc:docMk/>
          <pc:sldMk cId="1809864472" sldId="302"/>
        </pc:sldMkLst>
      </pc:sldChg>
      <pc:sldChg chg="add">
        <pc:chgData name="Sebastian Roldan Vasco" userId="31418594-e352-4801-9a96-51c3bb16e3dc" providerId="ADAL" clId="{503DEE30-F3AC-4976-A40C-CDE7EEA8C192}" dt="2024-08-09T19:39:41.026" v="27"/>
        <pc:sldMkLst>
          <pc:docMk/>
          <pc:sldMk cId="2705682963" sldId="303"/>
        </pc:sldMkLst>
      </pc:sldChg>
      <pc:sldChg chg="modSp new del mod">
        <pc:chgData name="Sebastian Roldan Vasco" userId="31418594-e352-4801-9a96-51c3bb16e3dc" providerId="ADAL" clId="{503DEE30-F3AC-4976-A40C-CDE7EEA8C192}" dt="2024-08-09T19:38:43.621" v="26" actId="47"/>
        <pc:sldMkLst>
          <pc:docMk/>
          <pc:sldMk cId="3009303012" sldId="303"/>
        </pc:sldMkLst>
        <pc:spChg chg="mod">
          <ac:chgData name="Sebastian Roldan Vasco" userId="31418594-e352-4801-9a96-51c3bb16e3dc" providerId="ADAL" clId="{503DEE30-F3AC-4976-A40C-CDE7EEA8C192}" dt="2024-08-09T19:38:39.125" v="25" actId="20577"/>
          <ac:spMkLst>
            <pc:docMk/>
            <pc:sldMk cId="3009303012" sldId="303"/>
            <ac:spMk id="2" creationId="{8E730D4C-CB01-391E-DC34-95694D7B1CD8}"/>
          </ac:spMkLst>
        </pc:spChg>
      </pc:sldChg>
      <pc:sldChg chg="add">
        <pc:chgData name="Sebastian Roldan Vasco" userId="31418594-e352-4801-9a96-51c3bb16e3dc" providerId="ADAL" clId="{503DEE30-F3AC-4976-A40C-CDE7EEA8C192}" dt="2024-08-09T19:39:41.026" v="27"/>
        <pc:sldMkLst>
          <pc:docMk/>
          <pc:sldMk cId="3211258854" sldId="304"/>
        </pc:sldMkLst>
      </pc:sldChg>
      <pc:sldChg chg="add">
        <pc:chgData name="Sebastian Roldan Vasco" userId="31418594-e352-4801-9a96-51c3bb16e3dc" providerId="ADAL" clId="{503DEE30-F3AC-4976-A40C-CDE7EEA8C192}" dt="2024-08-09T19:39:41.026" v="27"/>
        <pc:sldMkLst>
          <pc:docMk/>
          <pc:sldMk cId="3405984013" sldId="305"/>
        </pc:sldMkLst>
      </pc:sldChg>
      <pc:sldChg chg="add">
        <pc:chgData name="Sebastian Roldan Vasco" userId="31418594-e352-4801-9a96-51c3bb16e3dc" providerId="ADAL" clId="{503DEE30-F3AC-4976-A40C-CDE7EEA8C192}" dt="2024-08-09T19:39:41.026" v="27"/>
        <pc:sldMkLst>
          <pc:docMk/>
          <pc:sldMk cId="3610118140" sldId="306"/>
        </pc:sldMkLst>
      </pc:sldChg>
      <pc:sldChg chg="add">
        <pc:chgData name="Sebastian Roldan Vasco" userId="31418594-e352-4801-9a96-51c3bb16e3dc" providerId="ADAL" clId="{503DEE30-F3AC-4976-A40C-CDE7EEA8C192}" dt="2024-08-09T19:39:41.026" v="27"/>
        <pc:sldMkLst>
          <pc:docMk/>
          <pc:sldMk cId="2536635887" sldId="307"/>
        </pc:sldMkLst>
      </pc:sldChg>
      <pc:sldChg chg="add">
        <pc:chgData name="Sebastian Roldan Vasco" userId="31418594-e352-4801-9a96-51c3bb16e3dc" providerId="ADAL" clId="{503DEE30-F3AC-4976-A40C-CDE7EEA8C192}" dt="2024-08-09T19:39:41.026" v="27"/>
        <pc:sldMkLst>
          <pc:docMk/>
          <pc:sldMk cId="1258902986" sldId="308"/>
        </pc:sldMkLst>
      </pc:sldChg>
    </pc:docChg>
  </pc:docChgLst>
  <pc:docChgLst>
    <pc:chgData name="Sebastian Roldan Vasco" userId="31418594-e352-4801-9a96-51c3bb16e3dc" providerId="ADAL" clId="{F16CF9AE-334F-41E2-8D9A-B3E42B4D6C91}"/>
    <pc:docChg chg="undo custSel modSld">
      <pc:chgData name="Sebastian Roldan Vasco" userId="31418594-e352-4801-9a96-51c3bb16e3dc" providerId="ADAL" clId="{F16CF9AE-334F-41E2-8D9A-B3E42B4D6C91}" dt="2023-07-28T22:25:43.103" v="43" actId="255"/>
      <pc:docMkLst>
        <pc:docMk/>
      </pc:docMkLst>
      <pc:sldChg chg="modSp mod">
        <pc:chgData name="Sebastian Roldan Vasco" userId="31418594-e352-4801-9a96-51c3bb16e3dc" providerId="ADAL" clId="{F16CF9AE-334F-41E2-8D9A-B3E42B4D6C91}" dt="2023-07-28T22:25:43.103" v="43" actId="255"/>
        <pc:sldMkLst>
          <pc:docMk/>
          <pc:sldMk cId="0" sldId="276"/>
        </pc:sldMkLst>
        <pc:spChg chg="mod">
          <ac:chgData name="Sebastian Roldan Vasco" userId="31418594-e352-4801-9a96-51c3bb16e3dc" providerId="ADAL" clId="{F16CF9AE-334F-41E2-8D9A-B3E42B4D6C91}" dt="2023-07-28T22:25:43.103" v="43" actId="255"/>
          <ac:spMkLst>
            <pc:docMk/>
            <pc:sldMk cId="0" sldId="276"/>
            <ac:spMk id="2" creationId="{00000000-0000-0000-0000-000000000000}"/>
          </ac:spMkLst>
        </pc:spChg>
      </pc:sldChg>
      <pc:sldChg chg="modSp mod">
        <pc:chgData name="Sebastian Roldan Vasco" userId="31418594-e352-4801-9a96-51c3bb16e3dc" providerId="ADAL" clId="{F16CF9AE-334F-41E2-8D9A-B3E42B4D6C91}" dt="2021-08-14T12:20:35.116" v="10" actId="20577"/>
        <pc:sldMkLst>
          <pc:docMk/>
          <pc:sldMk cId="3495404362" sldId="343"/>
        </pc:sldMkLst>
        <pc:spChg chg="mod">
          <ac:chgData name="Sebastian Roldan Vasco" userId="31418594-e352-4801-9a96-51c3bb16e3dc" providerId="ADAL" clId="{F16CF9AE-334F-41E2-8D9A-B3E42B4D6C91}" dt="2021-08-14T12:20:35.116" v="10" actId="20577"/>
          <ac:spMkLst>
            <pc:docMk/>
            <pc:sldMk cId="3495404362" sldId="343"/>
            <ac:spMk id="3" creationId="{00000000-0000-0000-0000-000000000000}"/>
          </ac:spMkLst>
        </pc:spChg>
      </pc:sldChg>
      <pc:sldChg chg="modSp mod">
        <pc:chgData name="Sebastian Roldan Vasco" userId="31418594-e352-4801-9a96-51c3bb16e3dc" providerId="ADAL" clId="{F16CF9AE-334F-41E2-8D9A-B3E42B4D6C91}" dt="2023-07-28T21:16:54.719" v="38" actId="20577"/>
        <pc:sldMkLst>
          <pc:docMk/>
          <pc:sldMk cId="2299549873" sldId="355"/>
        </pc:sldMkLst>
        <pc:spChg chg="mod">
          <ac:chgData name="Sebastian Roldan Vasco" userId="31418594-e352-4801-9a96-51c3bb16e3dc" providerId="ADAL" clId="{F16CF9AE-334F-41E2-8D9A-B3E42B4D6C91}" dt="2023-07-28T21:16:54.719" v="38" actId="20577"/>
          <ac:spMkLst>
            <pc:docMk/>
            <pc:sldMk cId="2299549873" sldId="355"/>
            <ac:spMk id="3" creationId="{00000000-0000-0000-0000-000000000000}"/>
          </ac:spMkLst>
        </pc:spChg>
      </pc:sldChg>
    </pc:docChg>
  </pc:docChgLst>
  <pc:docChgLst>
    <pc:chgData name="Sebastian Roldan Vasco" userId="31418594-e352-4801-9a96-51c3bb16e3dc" providerId="ADAL" clId="{43E121C3-A0F1-4C60-8206-4FFC4CD71B75}"/>
    <pc:docChg chg="undo custSel delSld modSld">
      <pc:chgData name="Sebastian Roldan Vasco" userId="31418594-e352-4801-9a96-51c3bb16e3dc" providerId="ADAL" clId="{43E121C3-A0F1-4C60-8206-4FFC4CD71B75}" dt="2023-07-26T22:37:49.234" v="382" actId="20577"/>
      <pc:docMkLst>
        <pc:docMk/>
      </pc:docMkLst>
      <pc:sldChg chg="modSp mod">
        <pc:chgData name="Sebastian Roldan Vasco" userId="31418594-e352-4801-9a96-51c3bb16e3dc" providerId="ADAL" clId="{43E121C3-A0F1-4C60-8206-4FFC4CD71B75}" dt="2023-07-26T21:55:36.679" v="40" actId="6549"/>
        <pc:sldMkLst>
          <pc:docMk/>
          <pc:sldMk cId="0" sldId="276"/>
        </pc:sldMkLst>
        <pc:spChg chg="mod">
          <ac:chgData name="Sebastian Roldan Vasco" userId="31418594-e352-4801-9a96-51c3bb16e3dc" providerId="ADAL" clId="{43E121C3-A0F1-4C60-8206-4FFC4CD71B75}" dt="2023-07-26T21:55:36.679" v="40" actId="6549"/>
          <ac:spMkLst>
            <pc:docMk/>
            <pc:sldMk cId="0" sldId="276"/>
            <ac:spMk id="2" creationId="{00000000-0000-0000-0000-000000000000}"/>
          </ac:spMkLst>
        </pc:spChg>
        <pc:spChg chg="mod">
          <ac:chgData name="Sebastian Roldan Vasco" userId="31418594-e352-4801-9a96-51c3bb16e3dc" providerId="ADAL" clId="{43E121C3-A0F1-4C60-8206-4FFC4CD71B75}" dt="2023-07-26T21:55:11.254" v="11" actId="20577"/>
          <ac:spMkLst>
            <pc:docMk/>
            <pc:sldMk cId="0" sldId="276"/>
            <ac:spMk id="3" creationId="{00000000-0000-0000-0000-000000000000}"/>
          </ac:spMkLst>
        </pc:spChg>
      </pc:sldChg>
      <pc:sldChg chg="modSp mod">
        <pc:chgData name="Sebastian Roldan Vasco" userId="31418594-e352-4801-9a96-51c3bb16e3dc" providerId="ADAL" clId="{43E121C3-A0F1-4C60-8206-4FFC4CD71B75}" dt="2023-07-26T21:57:59.279" v="115" actId="20577"/>
        <pc:sldMkLst>
          <pc:docMk/>
          <pc:sldMk cId="1154456416" sldId="335"/>
        </pc:sldMkLst>
        <pc:spChg chg="mod">
          <ac:chgData name="Sebastian Roldan Vasco" userId="31418594-e352-4801-9a96-51c3bb16e3dc" providerId="ADAL" clId="{43E121C3-A0F1-4C60-8206-4FFC4CD71B75}" dt="2023-07-26T21:57:59.279" v="115" actId="20577"/>
          <ac:spMkLst>
            <pc:docMk/>
            <pc:sldMk cId="1154456416" sldId="335"/>
            <ac:spMk id="7" creationId="{00000000-0000-0000-0000-000000000000}"/>
          </ac:spMkLst>
        </pc:spChg>
      </pc:sldChg>
      <pc:sldChg chg="modSp mod">
        <pc:chgData name="Sebastian Roldan Vasco" userId="31418594-e352-4801-9a96-51c3bb16e3dc" providerId="ADAL" clId="{43E121C3-A0F1-4C60-8206-4FFC4CD71B75}" dt="2023-07-26T22:03:02.437" v="205"/>
        <pc:sldMkLst>
          <pc:docMk/>
          <pc:sldMk cId="4139497458" sldId="338"/>
        </pc:sldMkLst>
        <pc:spChg chg="mod">
          <ac:chgData name="Sebastian Roldan Vasco" userId="31418594-e352-4801-9a96-51c3bb16e3dc" providerId="ADAL" clId="{43E121C3-A0F1-4C60-8206-4FFC4CD71B75}" dt="2023-07-26T22:03:02.437" v="205"/>
          <ac:spMkLst>
            <pc:docMk/>
            <pc:sldMk cId="4139497458" sldId="338"/>
            <ac:spMk id="3" creationId="{00000000-0000-0000-0000-000000000000}"/>
          </ac:spMkLst>
        </pc:spChg>
        <pc:picChg chg="mod">
          <ac:chgData name="Sebastian Roldan Vasco" userId="31418594-e352-4801-9a96-51c3bb16e3dc" providerId="ADAL" clId="{43E121C3-A0F1-4C60-8206-4FFC4CD71B75}" dt="2023-07-26T22:00:43.520" v="150" actId="1076"/>
          <ac:picMkLst>
            <pc:docMk/>
            <pc:sldMk cId="4139497458" sldId="338"/>
            <ac:picMk id="5" creationId="{00000000-0000-0000-0000-000000000000}"/>
          </ac:picMkLst>
        </pc:picChg>
        <pc:picChg chg="ord">
          <ac:chgData name="Sebastian Roldan Vasco" userId="31418594-e352-4801-9a96-51c3bb16e3dc" providerId="ADAL" clId="{43E121C3-A0F1-4C60-8206-4FFC4CD71B75}" dt="2023-07-26T22:00:23.125" v="149" actId="167"/>
          <ac:picMkLst>
            <pc:docMk/>
            <pc:sldMk cId="4139497458" sldId="338"/>
            <ac:picMk id="6" creationId="{00000000-0000-0000-0000-000000000000}"/>
          </ac:picMkLst>
        </pc:picChg>
      </pc:sldChg>
      <pc:sldChg chg="modSp mod">
        <pc:chgData name="Sebastian Roldan Vasco" userId="31418594-e352-4801-9a96-51c3bb16e3dc" providerId="ADAL" clId="{43E121C3-A0F1-4C60-8206-4FFC4CD71B75}" dt="2023-07-26T22:05:08.394" v="238" actId="1035"/>
        <pc:sldMkLst>
          <pc:docMk/>
          <pc:sldMk cId="459379396" sldId="342"/>
        </pc:sldMkLst>
        <pc:spChg chg="mod">
          <ac:chgData name="Sebastian Roldan Vasco" userId="31418594-e352-4801-9a96-51c3bb16e3dc" providerId="ADAL" clId="{43E121C3-A0F1-4C60-8206-4FFC4CD71B75}" dt="2023-07-26T22:05:03.214" v="233" actId="6549"/>
          <ac:spMkLst>
            <pc:docMk/>
            <pc:sldMk cId="459379396" sldId="342"/>
            <ac:spMk id="3" creationId="{00000000-0000-0000-0000-000000000000}"/>
          </ac:spMkLst>
        </pc:spChg>
        <pc:spChg chg="mod">
          <ac:chgData name="Sebastian Roldan Vasco" userId="31418594-e352-4801-9a96-51c3bb16e3dc" providerId="ADAL" clId="{43E121C3-A0F1-4C60-8206-4FFC4CD71B75}" dt="2023-07-26T22:05:08.394" v="238" actId="1035"/>
          <ac:spMkLst>
            <pc:docMk/>
            <pc:sldMk cId="459379396" sldId="342"/>
            <ac:spMk id="6" creationId="{00000000-0000-0000-0000-000000000000}"/>
          </ac:spMkLst>
        </pc:spChg>
        <pc:spChg chg="mod">
          <ac:chgData name="Sebastian Roldan Vasco" userId="31418594-e352-4801-9a96-51c3bb16e3dc" providerId="ADAL" clId="{43E121C3-A0F1-4C60-8206-4FFC4CD71B75}" dt="2023-07-26T22:05:08.394" v="238" actId="1035"/>
          <ac:spMkLst>
            <pc:docMk/>
            <pc:sldMk cId="459379396" sldId="342"/>
            <ac:spMk id="9" creationId="{00000000-0000-0000-0000-000000000000}"/>
          </ac:spMkLst>
        </pc:spChg>
        <pc:picChg chg="mod">
          <ac:chgData name="Sebastian Roldan Vasco" userId="31418594-e352-4801-9a96-51c3bb16e3dc" providerId="ADAL" clId="{43E121C3-A0F1-4C60-8206-4FFC4CD71B75}" dt="2023-07-26T22:05:08.394" v="238" actId="1035"/>
          <ac:picMkLst>
            <pc:docMk/>
            <pc:sldMk cId="459379396" sldId="342"/>
            <ac:picMk id="7" creationId="{00000000-0000-0000-0000-000000000000}"/>
          </ac:picMkLst>
        </pc:picChg>
        <pc:picChg chg="mod">
          <ac:chgData name="Sebastian Roldan Vasco" userId="31418594-e352-4801-9a96-51c3bb16e3dc" providerId="ADAL" clId="{43E121C3-A0F1-4C60-8206-4FFC4CD71B75}" dt="2023-07-26T22:05:08.394" v="238" actId="1035"/>
          <ac:picMkLst>
            <pc:docMk/>
            <pc:sldMk cId="459379396" sldId="342"/>
            <ac:picMk id="8" creationId="{00000000-0000-0000-0000-000000000000}"/>
          </ac:picMkLst>
        </pc:picChg>
      </pc:sldChg>
      <pc:sldChg chg="modSp mod">
        <pc:chgData name="Sebastian Roldan Vasco" userId="31418594-e352-4801-9a96-51c3bb16e3dc" providerId="ADAL" clId="{43E121C3-A0F1-4C60-8206-4FFC4CD71B75}" dt="2023-07-26T22:12:52.379" v="264" actId="20577"/>
        <pc:sldMkLst>
          <pc:docMk/>
          <pc:sldMk cId="3495404362" sldId="343"/>
        </pc:sldMkLst>
        <pc:spChg chg="mod">
          <ac:chgData name="Sebastian Roldan Vasco" userId="31418594-e352-4801-9a96-51c3bb16e3dc" providerId="ADAL" clId="{43E121C3-A0F1-4C60-8206-4FFC4CD71B75}" dt="2023-07-26T22:12:52.379" v="264" actId="20577"/>
          <ac:spMkLst>
            <pc:docMk/>
            <pc:sldMk cId="3495404362" sldId="343"/>
            <ac:spMk id="3" creationId="{00000000-0000-0000-0000-000000000000}"/>
          </ac:spMkLst>
        </pc:spChg>
      </pc:sldChg>
      <pc:sldChg chg="modSp mod">
        <pc:chgData name="Sebastian Roldan Vasco" userId="31418594-e352-4801-9a96-51c3bb16e3dc" providerId="ADAL" clId="{43E121C3-A0F1-4C60-8206-4FFC4CD71B75}" dt="2023-07-26T22:32:02.752" v="295" actId="6549"/>
        <pc:sldMkLst>
          <pc:docMk/>
          <pc:sldMk cId="2821261535" sldId="344"/>
        </pc:sldMkLst>
        <pc:spChg chg="mod">
          <ac:chgData name="Sebastian Roldan Vasco" userId="31418594-e352-4801-9a96-51c3bb16e3dc" providerId="ADAL" clId="{43E121C3-A0F1-4C60-8206-4FFC4CD71B75}" dt="2023-07-26T22:32:02.752" v="295" actId="6549"/>
          <ac:spMkLst>
            <pc:docMk/>
            <pc:sldMk cId="2821261535" sldId="344"/>
            <ac:spMk id="7" creationId="{00000000-0000-0000-0000-000000000000}"/>
          </ac:spMkLst>
        </pc:spChg>
      </pc:sldChg>
      <pc:sldChg chg="modSp mod">
        <pc:chgData name="Sebastian Roldan Vasco" userId="31418594-e352-4801-9a96-51c3bb16e3dc" providerId="ADAL" clId="{43E121C3-A0F1-4C60-8206-4FFC4CD71B75}" dt="2023-07-26T22:35:35.227" v="310" actId="20577"/>
        <pc:sldMkLst>
          <pc:docMk/>
          <pc:sldMk cId="959118972" sldId="346"/>
        </pc:sldMkLst>
        <pc:spChg chg="mod">
          <ac:chgData name="Sebastian Roldan Vasco" userId="31418594-e352-4801-9a96-51c3bb16e3dc" providerId="ADAL" clId="{43E121C3-A0F1-4C60-8206-4FFC4CD71B75}" dt="2023-07-26T22:35:35.227" v="310" actId="20577"/>
          <ac:spMkLst>
            <pc:docMk/>
            <pc:sldMk cId="959118972" sldId="346"/>
            <ac:spMk id="3" creationId="{00000000-0000-0000-0000-000000000000}"/>
          </ac:spMkLst>
        </pc:spChg>
      </pc:sldChg>
      <pc:sldChg chg="addSp delSp modSp mod">
        <pc:chgData name="Sebastian Roldan Vasco" userId="31418594-e352-4801-9a96-51c3bb16e3dc" providerId="ADAL" clId="{43E121C3-A0F1-4C60-8206-4FFC4CD71B75}" dt="2023-07-26T22:36:33.503" v="337" actId="20577"/>
        <pc:sldMkLst>
          <pc:docMk/>
          <pc:sldMk cId="3127756561" sldId="347"/>
        </pc:sldMkLst>
        <pc:spChg chg="add del">
          <ac:chgData name="Sebastian Roldan Vasco" userId="31418594-e352-4801-9a96-51c3bb16e3dc" providerId="ADAL" clId="{43E121C3-A0F1-4C60-8206-4FFC4CD71B75}" dt="2023-07-26T22:36:20.464" v="323"/>
          <ac:spMkLst>
            <pc:docMk/>
            <pc:sldMk cId="3127756561" sldId="347"/>
            <ac:spMk id="4" creationId="{B28E9762-2869-3651-D70C-83D89F70D1C3}"/>
          </ac:spMkLst>
        </pc:spChg>
        <pc:spChg chg="mod">
          <ac:chgData name="Sebastian Roldan Vasco" userId="31418594-e352-4801-9a96-51c3bb16e3dc" providerId="ADAL" clId="{43E121C3-A0F1-4C60-8206-4FFC4CD71B75}" dt="2023-07-26T22:36:33.503" v="337" actId="20577"/>
          <ac:spMkLst>
            <pc:docMk/>
            <pc:sldMk cId="3127756561" sldId="347"/>
            <ac:spMk id="7" creationId="{00000000-0000-0000-0000-000000000000}"/>
          </ac:spMkLst>
        </pc:spChg>
      </pc:sldChg>
      <pc:sldChg chg="modSp mod">
        <pc:chgData name="Sebastian Roldan Vasco" userId="31418594-e352-4801-9a96-51c3bb16e3dc" providerId="ADAL" clId="{43E121C3-A0F1-4C60-8206-4FFC4CD71B75}" dt="2023-07-26T22:37:29.556" v="361" actId="1076"/>
        <pc:sldMkLst>
          <pc:docMk/>
          <pc:sldMk cId="170910603" sldId="348"/>
        </pc:sldMkLst>
        <pc:spChg chg="mod">
          <ac:chgData name="Sebastian Roldan Vasco" userId="31418594-e352-4801-9a96-51c3bb16e3dc" providerId="ADAL" clId="{43E121C3-A0F1-4C60-8206-4FFC4CD71B75}" dt="2023-07-26T22:37:21.681" v="357" actId="6549"/>
          <ac:spMkLst>
            <pc:docMk/>
            <pc:sldMk cId="170910603" sldId="348"/>
            <ac:spMk id="3" creationId="{00000000-0000-0000-0000-000000000000}"/>
          </ac:spMkLst>
        </pc:spChg>
        <pc:picChg chg="mod">
          <ac:chgData name="Sebastian Roldan Vasco" userId="31418594-e352-4801-9a96-51c3bb16e3dc" providerId="ADAL" clId="{43E121C3-A0F1-4C60-8206-4FFC4CD71B75}" dt="2023-07-26T22:37:29.556" v="361" actId="1076"/>
          <ac:picMkLst>
            <pc:docMk/>
            <pc:sldMk cId="170910603" sldId="348"/>
            <ac:picMk id="8" creationId="{00000000-0000-0000-0000-000000000000}"/>
          </ac:picMkLst>
        </pc:picChg>
      </pc:sldChg>
      <pc:sldChg chg="modSp mod">
        <pc:chgData name="Sebastian Roldan Vasco" userId="31418594-e352-4801-9a96-51c3bb16e3dc" providerId="ADAL" clId="{43E121C3-A0F1-4C60-8206-4FFC4CD71B75}" dt="2023-07-26T22:37:49.234" v="382" actId="20577"/>
        <pc:sldMkLst>
          <pc:docMk/>
          <pc:sldMk cId="3067812074" sldId="350"/>
        </pc:sldMkLst>
        <pc:spChg chg="mod">
          <ac:chgData name="Sebastian Roldan Vasco" userId="31418594-e352-4801-9a96-51c3bb16e3dc" providerId="ADAL" clId="{43E121C3-A0F1-4C60-8206-4FFC4CD71B75}" dt="2023-07-26T22:37:49.234" v="382" actId="20577"/>
          <ac:spMkLst>
            <pc:docMk/>
            <pc:sldMk cId="3067812074" sldId="350"/>
            <ac:spMk id="3" creationId="{00000000-0000-0000-0000-000000000000}"/>
          </ac:spMkLst>
        </pc:spChg>
      </pc:sldChg>
      <pc:sldChg chg="delSp modSp mod delAnim">
        <pc:chgData name="Sebastian Roldan Vasco" userId="31418594-e352-4801-9a96-51c3bb16e3dc" providerId="ADAL" clId="{43E121C3-A0F1-4C60-8206-4FFC4CD71B75}" dt="2023-07-26T22:00:02.373" v="148"/>
        <pc:sldMkLst>
          <pc:docMk/>
          <pc:sldMk cId="2299549873" sldId="355"/>
        </pc:sldMkLst>
        <pc:spChg chg="mod">
          <ac:chgData name="Sebastian Roldan Vasco" userId="31418594-e352-4801-9a96-51c3bb16e3dc" providerId="ADAL" clId="{43E121C3-A0F1-4C60-8206-4FFC4CD71B75}" dt="2023-07-26T22:00:02.373" v="148"/>
          <ac:spMkLst>
            <pc:docMk/>
            <pc:sldMk cId="2299549873" sldId="355"/>
            <ac:spMk id="3" creationId="{00000000-0000-0000-0000-000000000000}"/>
          </ac:spMkLst>
        </pc:spChg>
        <pc:spChg chg="del">
          <ac:chgData name="Sebastian Roldan Vasco" userId="31418594-e352-4801-9a96-51c3bb16e3dc" providerId="ADAL" clId="{43E121C3-A0F1-4C60-8206-4FFC4CD71B75}" dt="2023-07-26T21:58:25.857" v="116" actId="478"/>
          <ac:spMkLst>
            <pc:docMk/>
            <pc:sldMk cId="2299549873" sldId="355"/>
            <ac:spMk id="4" creationId="{00000000-0000-0000-0000-000000000000}"/>
          </ac:spMkLst>
        </pc:spChg>
        <pc:spChg chg="del">
          <ac:chgData name="Sebastian Roldan Vasco" userId="31418594-e352-4801-9a96-51c3bb16e3dc" providerId="ADAL" clId="{43E121C3-A0F1-4C60-8206-4FFC4CD71B75}" dt="2023-07-26T21:58:32.426" v="118" actId="478"/>
          <ac:spMkLst>
            <pc:docMk/>
            <pc:sldMk cId="2299549873" sldId="355"/>
            <ac:spMk id="5" creationId="{00000000-0000-0000-0000-000000000000}"/>
          </ac:spMkLst>
        </pc:spChg>
        <pc:cxnChg chg="del mod">
          <ac:chgData name="Sebastian Roldan Vasco" userId="31418594-e352-4801-9a96-51c3bb16e3dc" providerId="ADAL" clId="{43E121C3-A0F1-4C60-8206-4FFC4CD71B75}" dt="2023-07-26T21:58:29.535" v="117" actId="478"/>
          <ac:cxnSpMkLst>
            <pc:docMk/>
            <pc:sldMk cId="2299549873" sldId="355"/>
            <ac:cxnSpMk id="7" creationId="{00000000-0000-0000-0000-000000000000}"/>
          </ac:cxnSpMkLst>
        </pc:cxnChg>
      </pc:sldChg>
      <pc:sldChg chg="del">
        <pc:chgData name="Sebastian Roldan Vasco" userId="31418594-e352-4801-9a96-51c3bb16e3dc" providerId="ADAL" clId="{43E121C3-A0F1-4C60-8206-4FFC4CD71B75}" dt="2023-07-26T22:37:31.874" v="362" actId="47"/>
        <pc:sldMkLst>
          <pc:docMk/>
          <pc:sldMk cId="466743821" sldId="358"/>
        </pc:sldMkLst>
      </pc:sldChg>
    </pc:docChg>
  </pc:docChgLst>
  <pc:docChgLst>
    <pc:chgData name="Sebastian Roldan Vasco" userId="31418594-e352-4801-9a96-51c3bb16e3dc" providerId="ADAL" clId="{7C2EC8DF-E7B3-4F5A-B75A-D6EEB138F45A}"/>
    <pc:docChg chg="undo custSel addSld delSld modSld sldOrd">
      <pc:chgData name="Sebastian Roldan Vasco" userId="31418594-e352-4801-9a96-51c3bb16e3dc" providerId="ADAL" clId="{7C2EC8DF-E7B3-4F5A-B75A-D6EEB138F45A}" dt="2024-02-08T22:44:22.852" v="2157" actId="20577"/>
      <pc:docMkLst>
        <pc:docMk/>
      </pc:docMkLst>
      <pc:sldChg chg="modSp add del mod ord">
        <pc:chgData name="Sebastian Roldan Vasco" userId="31418594-e352-4801-9a96-51c3bb16e3dc" providerId="ADAL" clId="{7C2EC8DF-E7B3-4F5A-B75A-D6EEB138F45A}" dt="2024-02-08T19:43:47.691" v="943" actId="47"/>
        <pc:sldMkLst>
          <pc:docMk/>
          <pc:sldMk cId="1546128937" sldId="257"/>
        </pc:sldMkLst>
        <pc:spChg chg="mod">
          <ac:chgData name="Sebastian Roldan Vasco" userId="31418594-e352-4801-9a96-51c3bb16e3dc" providerId="ADAL" clId="{7C2EC8DF-E7B3-4F5A-B75A-D6EEB138F45A}" dt="2024-02-08T19:39:52.457" v="752" actId="27636"/>
          <ac:spMkLst>
            <pc:docMk/>
            <pc:sldMk cId="1546128937" sldId="257"/>
            <ac:spMk id="3" creationId="{660D3984-1363-4D5A-9526-E42B1F003003}"/>
          </ac:spMkLst>
        </pc:spChg>
      </pc:sldChg>
      <pc:sldChg chg="add del">
        <pc:chgData name="Sebastian Roldan Vasco" userId="31418594-e352-4801-9a96-51c3bb16e3dc" providerId="ADAL" clId="{7C2EC8DF-E7B3-4F5A-B75A-D6EEB138F45A}" dt="2024-02-08T20:15:09.869" v="1304" actId="47"/>
        <pc:sldMkLst>
          <pc:docMk/>
          <pc:sldMk cId="3304465964" sldId="258"/>
        </pc:sldMkLst>
      </pc:sldChg>
      <pc:sldChg chg="delSp modSp add del mod ord">
        <pc:chgData name="Sebastian Roldan Vasco" userId="31418594-e352-4801-9a96-51c3bb16e3dc" providerId="ADAL" clId="{7C2EC8DF-E7B3-4F5A-B75A-D6EEB138F45A}" dt="2024-02-08T19:47:23.365" v="971" actId="47"/>
        <pc:sldMkLst>
          <pc:docMk/>
          <pc:sldMk cId="4237597213" sldId="259"/>
        </pc:sldMkLst>
        <pc:spChg chg="mod">
          <ac:chgData name="Sebastian Roldan Vasco" userId="31418594-e352-4801-9a96-51c3bb16e3dc" providerId="ADAL" clId="{7C2EC8DF-E7B3-4F5A-B75A-D6EEB138F45A}" dt="2024-02-08T19:41:14.978" v="892" actId="121"/>
          <ac:spMkLst>
            <pc:docMk/>
            <pc:sldMk cId="4237597213" sldId="259"/>
            <ac:spMk id="2" creationId="{BAE9BA85-7634-6D7F-3334-0541987565EA}"/>
          </ac:spMkLst>
        </pc:spChg>
        <pc:spChg chg="del">
          <ac:chgData name="Sebastian Roldan Vasco" userId="31418594-e352-4801-9a96-51c3bb16e3dc" providerId="ADAL" clId="{7C2EC8DF-E7B3-4F5A-B75A-D6EEB138F45A}" dt="2024-02-08T19:44:04.644" v="955" actId="21"/>
          <ac:spMkLst>
            <pc:docMk/>
            <pc:sldMk cId="4237597213" sldId="259"/>
            <ac:spMk id="11" creationId="{83B46B37-1C10-BD7A-7F15-F687DAA826A4}"/>
          </ac:spMkLst>
        </pc:spChg>
        <pc:picChg chg="del">
          <ac:chgData name="Sebastian Roldan Vasco" userId="31418594-e352-4801-9a96-51c3bb16e3dc" providerId="ADAL" clId="{7C2EC8DF-E7B3-4F5A-B75A-D6EEB138F45A}" dt="2024-02-08T19:44:04.644" v="955" actId="21"/>
          <ac:picMkLst>
            <pc:docMk/>
            <pc:sldMk cId="4237597213" sldId="259"/>
            <ac:picMk id="1026" creationId="{D5DF39C5-953A-D948-8290-0517D7EDAB8A}"/>
          </ac:picMkLst>
        </pc:picChg>
        <pc:picChg chg="del">
          <ac:chgData name="Sebastian Roldan Vasco" userId="31418594-e352-4801-9a96-51c3bb16e3dc" providerId="ADAL" clId="{7C2EC8DF-E7B3-4F5A-B75A-D6EEB138F45A}" dt="2024-02-08T19:44:04.644" v="955" actId="21"/>
          <ac:picMkLst>
            <pc:docMk/>
            <pc:sldMk cId="4237597213" sldId="259"/>
            <ac:picMk id="1028" creationId="{1C6B962B-819B-5ED8-EA5E-B63744CB2B24}"/>
          </ac:picMkLst>
        </pc:picChg>
      </pc:sldChg>
      <pc:sldChg chg="add del">
        <pc:chgData name="Sebastian Roldan Vasco" userId="31418594-e352-4801-9a96-51c3bb16e3dc" providerId="ADAL" clId="{7C2EC8DF-E7B3-4F5A-B75A-D6EEB138F45A}" dt="2024-02-08T19:53:05.556" v="1144" actId="47"/>
        <pc:sldMkLst>
          <pc:docMk/>
          <pc:sldMk cId="1619486160" sldId="260"/>
        </pc:sldMkLst>
      </pc:sldChg>
      <pc:sldChg chg="add del">
        <pc:chgData name="Sebastian Roldan Vasco" userId="31418594-e352-4801-9a96-51c3bb16e3dc" providerId="ADAL" clId="{7C2EC8DF-E7B3-4F5A-B75A-D6EEB138F45A}" dt="2024-02-08T19:54:59.537" v="1171" actId="47"/>
        <pc:sldMkLst>
          <pc:docMk/>
          <pc:sldMk cId="2257253019" sldId="261"/>
        </pc:sldMkLst>
      </pc:sldChg>
      <pc:sldChg chg="add del">
        <pc:chgData name="Sebastian Roldan Vasco" userId="31418594-e352-4801-9a96-51c3bb16e3dc" providerId="ADAL" clId="{7C2EC8DF-E7B3-4F5A-B75A-D6EEB138F45A}" dt="2024-02-08T20:04:40.126" v="1183" actId="47"/>
        <pc:sldMkLst>
          <pc:docMk/>
          <pc:sldMk cId="2570916582" sldId="262"/>
        </pc:sldMkLst>
      </pc:sldChg>
      <pc:sldChg chg="addSp delSp add del">
        <pc:chgData name="Sebastian Roldan Vasco" userId="31418594-e352-4801-9a96-51c3bb16e3dc" providerId="ADAL" clId="{7C2EC8DF-E7B3-4F5A-B75A-D6EEB138F45A}" dt="2024-02-08T20:04:46.120" v="1184" actId="47"/>
        <pc:sldMkLst>
          <pc:docMk/>
          <pc:sldMk cId="1056078025" sldId="263"/>
        </pc:sldMkLst>
        <pc:picChg chg="add del">
          <ac:chgData name="Sebastian Roldan Vasco" userId="31418594-e352-4801-9a96-51c3bb16e3dc" providerId="ADAL" clId="{7C2EC8DF-E7B3-4F5A-B75A-D6EEB138F45A}" dt="2024-02-08T19:59:46.993" v="1175" actId="478"/>
          <ac:picMkLst>
            <pc:docMk/>
            <pc:sldMk cId="1056078025" sldId="263"/>
            <ac:picMk id="4098" creationId="{B9ED3A7C-47DB-3F6C-4BFA-418508493A84}"/>
          </ac:picMkLst>
        </pc:picChg>
      </pc:sldChg>
      <pc:sldChg chg="add del">
        <pc:chgData name="Sebastian Roldan Vasco" userId="31418594-e352-4801-9a96-51c3bb16e3dc" providerId="ADAL" clId="{7C2EC8DF-E7B3-4F5A-B75A-D6EEB138F45A}" dt="2024-02-08T20:15:10.857" v="1305" actId="47"/>
        <pc:sldMkLst>
          <pc:docMk/>
          <pc:sldMk cId="1444615735" sldId="264"/>
        </pc:sldMkLst>
      </pc:sldChg>
      <pc:sldChg chg="add del">
        <pc:chgData name="Sebastian Roldan Vasco" userId="31418594-e352-4801-9a96-51c3bb16e3dc" providerId="ADAL" clId="{7C2EC8DF-E7B3-4F5A-B75A-D6EEB138F45A}" dt="2024-02-08T20:16:17.406" v="1310" actId="47"/>
        <pc:sldMkLst>
          <pc:docMk/>
          <pc:sldMk cId="3263528118" sldId="265"/>
        </pc:sldMkLst>
      </pc:sldChg>
      <pc:sldChg chg="add del ord">
        <pc:chgData name="Sebastian Roldan Vasco" userId="31418594-e352-4801-9a96-51c3bb16e3dc" providerId="ADAL" clId="{7C2EC8DF-E7B3-4F5A-B75A-D6EEB138F45A}" dt="2024-02-08T19:51:18.141" v="1085" actId="47"/>
        <pc:sldMkLst>
          <pc:docMk/>
          <pc:sldMk cId="3932802744" sldId="266"/>
        </pc:sldMkLst>
      </pc:sldChg>
      <pc:sldChg chg="modSp mod">
        <pc:chgData name="Sebastian Roldan Vasco" userId="31418594-e352-4801-9a96-51c3bb16e3dc" providerId="ADAL" clId="{7C2EC8DF-E7B3-4F5A-B75A-D6EEB138F45A}" dt="2024-02-08T20:12:12.948" v="1271" actId="20577"/>
        <pc:sldMkLst>
          <pc:docMk/>
          <pc:sldMk cId="0" sldId="276"/>
        </pc:sldMkLst>
        <pc:spChg chg="mod">
          <ac:chgData name="Sebastian Roldan Vasco" userId="31418594-e352-4801-9a96-51c3bb16e3dc" providerId="ADAL" clId="{7C2EC8DF-E7B3-4F5A-B75A-D6EEB138F45A}" dt="2024-02-08T20:12:12.948" v="1271" actId="20577"/>
          <ac:spMkLst>
            <pc:docMk/>
            <pc:sldMk cId="0" sldId="276"/>
            <ac:spMk id="2" creationId="{00000000-0000-0000-0000-000000000000}"/>
          </ac:spMkLst>
        </pc:spChg>
      </pc:sldChg>
      <pc:sldChg chg="addSp delSp modSp new mod">
        <pc:chgData name="Sebastian Roldan Vasco" userId="31418594-e352-4801-9a96-51c3bb16e3dc" providerId="ADAL" clId="{7C2EC8DF-E7B3-4F5A-B75A-D6EEB138F45A}" dt="2024-02-08T20:12:37.448" v="1293"/>
        <pc:sldMkLst>
          <pc:docMk/>
          <pc:sldMk cId="3564208112" sldId="277"/>
        </pc:sldMkLst>
        <pc:spChg chg="mod">
          <ac:chgData name="Sebastian Roldan Vasco" userId="31418594-e352-4801-9a96-51c3bb16e3dc" providerId="ADAL" clId="{7C2EC8DF-E7B3-4F5A-B75A-D6EEB138F45A}" dt="2024-02-08T20:12:37.448" v="1293"/>
          <ac:spMkLst>
            <pc:docMk/>
            <pc:sldMk cId="3564208112" sldId="277"/>
            <ac:spMk id="2" creationId="{EEE4E894-B59A-24BB-5BCE-5E23F95BBCB5}"/>
          </ac:spMkLst>
        </pc:spChg>
        <pc:spChg chg="del mod">
          <ac:chgData name="Sebastian Roldan Vasco" userId="31418594-e352-4801-9a96-51c3bb16e3dc" providerId="ADAL" clId="{7C2EC8DF-E7B3-4F5A-B75A-D6EEB138F45A}" dt="2024-02-08T19:21:35.953" v="439" actId="478"/>
          <ac:spMkLst>
            <pc:docMk/>
            <pc:sldMk cId="3564208112" sldId="277"/>
            <ac:spMk id="3" creationId="{D9682094-B800-0C2A-B106-2937070C3FBF}"/>
          </ac:spMkLst>
        </pc:spChg>
        <pc:spChg chg="add del">
          <ac:chgData name="Sebastian Roldan Vasco" userId="31418594-e352-4801-9a96-51c3bb16e3dc" providerId="ADAL" clId="{7C2EC8DF-E7B3-4F5A-B75A-D6EEB138F45A}" dt="2024-02-08T19:20:12.075" v="429" actId="22"/>
          <ac:spMkLst>
            <pc:docMk/>
            <pc:sldMk cId="3564208112" sldId="277"/>
            <ac:spMk id="6" creationId="{8343FB91-EA8E-8D62-0FB8-6466B4E770CC}"/>
          </ac:spMkLst>
        </pc:spChg>
        <pc:spChg chg="add del mod">
          <ac:chgData name="Sebastian Roldan Vasco" userId="31418594-e352-4801-9a96-51c3bb16e3dc" providerId="ADAL" clId="{7C2EC8DF-E7B3-4F5A-B75A-D6EEB138F45A}" dt="2024-02-08T19:22:17.044" v="440"/>
          <ac:spMkLst>
            <pc:docMk/>
            <pc:sldMk cId="3564208112" sldId="277"/>
            <ac:spMk id="8" creationId="{6EE16979-A818-80DC-5115-428854744819}"/>
          </ac:spMkLst>
        </pc:spChg>
        <pc:spChg chg="add mod">
          <ac:chgData name="Sebastian Roldan Vasco" userId="31418594-e352-4801-9a96-51c3bb16e3dc" providerId="ADAL" clId="{7C2EC8DF-E7B3-4F5A-B75A-D6EEB138F45A}" dt="2024-02-08T19:23:06.174" v="447" actId="1076"/>
          <ac:spMkLst>
            <pc:docMk/>
            <pc:sldMk cId="3564208112" sldId="277"/>
            <ac:spMk id="11" creationId="{E49A4A85-467F-46B3-AF0F-5CD2E6E65672}"/>
          </ac:spMkLst>
        </pc:spChg>
        <pc:picChg chg="add mod">
          <ac:chgData name="Sebastian Roldan Vasco" userId="31418594-e352-4801-9a96-51c3bb16e3dc" providerId="ADAL" clId="{7C2EC8DF-E7B3-4F5A-B75A-D6EEB138F45A}" dt="2024-02-08T19:22:17.044" v="440"/>
          <ac:picMkLst>
            <pc:docMk/>
            <pc:sldMk cId="3564208112" sldId="277"/>
            <ac:picMk id="1026" creationId="{FA981C48-540F-54E8-3F97-B3DA3830003E}"/>
          </ac:picMkLst>
        </pc:picChg>
      </pc:sldChg>
      <pc:sldChg chg="modSp add mod ord">
        <pc:chgData name="Sebastian Roldan Vasco" userId="31418594-e352-4801-9a96-51c3bb16e3dc" providerId="ADAL" clId="{7C2EC8DF-E7B3-4F5A-B75A-D6EEB138F45A}" dt="2024-02-08T20:12:21.701" v="1291" actId="20577"/>
        <pc:sldMkLst>
          <pc:docMk/>
          <pc:sldMk cId="218879973" sldId="278"/>
        </pc:sldMkLst>
        <pc:spChg chg="mod">
          <ac:chgData name="Sebastian Roldan Vasco" userId="31418594-e352-4801-9a96-51c3bb16e3dc" providerId="ADAL" clId="{7C2EC8DF-E7B3-4F5A-B75A-D6EEB138F45A}" dt="2024-02-08T20:12:21.701" v="1291" actId="20577"/>
          <ac:spMkLst>
            <pc:docMk/>
            <pc:sldMk cId="218879973" sldId="278"/>
            <ac:spMk id="2" creationId="{EEE4E894-B59A-24BB-5BCE-5E23F95BBCB5}"/>
          </ac:spMkLst>
        </pc:spChg>
        <pc:spChg chg="mod">
          <ac:chgData name="Sebastian Roldan Vasco" userId="31418594-e352-4801-9a96-51c3bb16e3dc" providerId="ADAL" clId="{7C2EC8DF-E7B3-4F5A-B75A-D6EEB138F45A}" dt="2024-02-08T19:21:26.712" v="436" actId="20577"/>
          <ac:spMkLst>
            <pc:docMk/>
            <pc:sldMk cId="218879973" sldId="278"/>
            <ac:spMk id="3" creationId="{D9682094-B800-0C2A-B106-2937070C3FBF}"/>
          </ac:spMkLst>
        </pc:spChg>
      </pc:sldChg>
      <pc:sldChg chg="addSp delSp modSp add mod ord">
        <pc:chgData name="Sebastian Roldan Vasco" userId="31418594-e352-4801-9a96-51c3bb16e3dc" providerId="ADAL" clId="{7C2EC8DF-E7B3-4F5A-B75A-D6EEB138F45A}" dt="2024-02-08T20:12:35.412" v="1292"/>
        <pc:sldMkLst>
          <pc:docMk/>
          <pc:sldMk cId="3197417403" sldId="279"/>
        </pc:sldMkLst>
        <pc:spChg chg="mod">
          <ac:chgData name="Sebastian Roldan Vasco" userId="31418594-e352-4801-9a96-51c3bb16e3dc" providerId="ADAL" clId="{7C2EC8DF-E7B3-4F5A-B75A-D6EEB138F45A}" dt="2024-02-08T20:12:35.412" v="1292"/>
          <ac:spMkLst>
            <pc:docMk/>
            <pc:sldMk cId="3197417403" sldId="279"/>
            <ac:spMk id="2" creationId="{EEE4E894-B59A-24BB-5BCE-5E23F95BBCB5}"/>
          </ac:spMkLst>
        </pc:spChg>
        <pc:spChg chg="add del mod">
          <ac:chgData name="Sebastian Roldan Vasco" userId="31418594-e352-4801-9a96-51c3bb16e3dc" providerId="ADAL" clId="{7C2EC8DF-E7B3-4F5A-B75A-D6EEB138F45A}" dt="2024-02-08T19:25:25.041" v="450"/>
          <ac:spMkLst>
            <pc:docMk/>
            <pc:sldMk cId="3197417403" sldId="279"/>
            <ac:spMk id="3" creationId="{77844EF3-D9F7-E8AE-6062-3FEDC202444D}"/>
          </ac:spMkLst>
        </pc:spChg>
        <pc:spChg chg="add del mod">
          <ac:chgData name="Sebastian Roldan Vasco" userId="31418594-e352-4801-9a96-51c3bb16e3dc" providerId="ADAL" clId="{7C2EC8DF-E7B3-4F5A-B75A-D6EEB138F45A}" dt="2024-02-08T19:26:40.544" v="452"/>
          <ac:spMkLst>
            <pc:docMk/>
            <pc:sldMk cId="3197417403" sldId="279"/>
            <ac:spMk id="5" creationId="{271425B8-A129-8EB7-FACF-E93FCF91ED1C}"/>
          </ac:spMkLst>
        </pc:spChg>
        <pc:spChg chg="mod">
          <ac:chgData name="Sebastian Roldan Vasco" userId="31418594-e352-4801-9a96-51c3bb16e3dc" providerId="ADAL" clId="{7C2EC8DF-E7B3-4F5A-B75A-D6EEB138F45A}" dt="2024-02-08T19:27:05.354" v="454"/>
          <ac:spMkLst>
            <pc:docMk/>
            <pc:sldMk cId="3197417403" sldId="279"/>
            <ac:spMk id="11" creationId="{E49A4A85-467F-46B3-AF0F-5CD2E6E65672}"/>
          </ac:spMkLst>
        </pc:spChg>
        <pc:picChg chg="del">
          <ac:chgData name="Sebastian Roldan Vasco" userId="31418594-e352-4801-9a96-51c3bb16e3dc" providerId="ADAL" clId="{7C2EC8DF-E7B3-4F5A-B75A-D6EEB138F45A}" dt="2024-02-08T19:23:18.371" v="449" actId="478"/>
          <ac:picMkLst>
            <pc:docMk/>
            <pc:sldMk cId="3197417403" sldId="279"/>
            <ac:picMk id="1026" creationId="{FA981C48-540F-54E8-3F97-B3DA3830003E}"/>
          </ac:picMkLst>
        </pc:picChg>
        <pc:picChg chg="add del mod">
          <ac:chgData name="Sebastian Roldan Vasco" userId="31418594-e352-4801-9a96-51c3bb16e3dc" providerId="ADAL" clId="{7C2EC8DF-E7B3-4F5A-B75A-D6EEB138F45A}" dt="2024-02-08T19:26:37.384" v="451" actId="478"/>
          <ac:picMkLst>
            <pc:docMk/>
            <pc:sldMk cId="3197417403" sldId="279"/>
            <ac:picMk id="2050" creationId="{EA6E9095-1D3E-B09C-B31E-13340A2867C1}"/>
          </ac:picMkLst>
        </pc:picChg>
        <pc:picChg chg="add mod">
          <ac:chgData name="Sebastian Roldan Vasco" userId="31418594-e352-4801-9a96-51c3bb16e3dc" providerId="ADAL" clId="{7C2EC8DF-E7B3-4F5A-B75A-D6EEB138F45A}" dt="2024-02-08T19:26:46.713" v="453" actId="167"/>
          <ac:picMkLst>
            <pc:docMk/>
            <pc:sldMk cId="3197417403" sldId="279"/>
            <ac:picMk id="2052" creationId="{444E4E79-6DF5-7691-F764-AA2DA82A824C}"/>
          </ac:picMkLst>
        </pc:picChg>
      </pc:sldChg>
      <pc:sldChg chg="modSp add mod">
        <pc:chgData name="Sebastian Roldan Vasco" userId="31418594-e352-4801-9a96-51c3bb16e3dc" providerId="ADAL" clId="{7C2EC8DF-E7B3-4F5A-B75A-D6EEB138F45A}" dt="2024-02-08T20:12:41.159" v="1294"/>
        <pc:sldMkLst>
          <pc:docMk/>
          <pc:sldMk cId="1402023107" sldId="280"/>
        </pc:sldMkLst>
        <pc:spChg chg="mod">
          <ac:chgData name="Sebastian Roldan Vasco" userId="31418594-e352-4801-9a96-51c3bb16e3dc" providerId="ADAL" clId="{7C2EC8DF-E7B3-4F5A-B75A-D6EEB138F45A}" dt="2024-02-08T20:12:41.159" v="1294"/>
          <ac:spMkLst>
            <pc:docMk/>
            <pc:sldMk cId="1402023107" sldId="280"/>
            <ac:spMk id="2" creationId="{EEE4E894-B59A-24BB-5BCE-5E23F95BBCB5}"/>
          </ac:spMkLst>
        </pc:spChg>
        <pc:spChg chg="mod">
          <ac:chgData name="Sebastian Roldan Vasco" userId="31418594-e352-4801-9a96-51c3bb16e3dc" providerId="ADAL" clId="{7C2EC8DF-E7B3-4F5A-B75A-D6EEB138F45A}" dt="2024-02-08T19:33:05.623" v="680" actId="20577"/>
          <ac:spMkLst>
            <pc:docMk/>
            <pc:sldMk cId="1402023107" sldId="280"/>
            <ac:spMk id="3" creationId="{D9682094-B800-0C2A-B106-2937070C3FBF}"/>
          </ac:spMkLst>
        </pc:spChg>
      </pc:sldChg>
      <pc:sldChg chg="addSp delSp modSp add mod">
        <pc:chgData name="Sebastian Roldan Vasco" userId="31418594-e352-4801-9a96-51c3bb16e3dc" providerId="ADAL" clId="{7C2EC8DF-E7B3-4F5A-B75A-D6EEB138F45A}" dt="2024-02-08T20:12:52.499" v="1297" actId="20577"/>
        <pc:sldMkLst>
          <pc:docMk/>
          <pc:sldMk cId="2715384399" sldId="281"/>
        </pc:sldMkLst>
        <pc:spChg chg="mod">
          <ac:chgData name="Sebastian Roldan Vasco" userId="31418594-e352-4801-9a96-51c3bb16e3dc" providerId="ADAL" clId="{7C2EC8DF-E7B3-4F5A-B75A-D6EEB138F45A}" dt="2024-02-08T20:12:46.902" v="1296" actId="20577"/>
          <ac:spMkLst>
            <pc:docMk/>
            <pc:sldMk cId="2715384399" sldId="281"/>
            <ac:spMk id="2" creationId="{EEE4E894-B59A-24BB-5BCE-5E23F95BBCB5}"/>
          </ac:spMkLst>
        </pc:spChg>
        <pc:spChg chg="mod">
          <ac:chgData name="Sebastian Roldan Vasco" userId="31418594-e352-4801-9a96-51c3bb16e3dc" providerId="ADAL" clId="{7C2EC8DF-E7B3-4F5A-B75A-D6EEB138F45A}" dt="2024-02-08T20:12:52.499" v="1297" actId="20577"/>
          <ac:spMkLst>
            <pc:docMk/>
            <pc:sldMk cId="2715384399" sldId="281"/>
            <ac:spMk id="3" creationId="{D9682094-B800-0C2A-B106-2937070C3FBF}"/>
          </ac:spMkLst>
        </pc:spChg>
        <pc:spChg chg="add del mod">
          <ac:chgData name="Sebastian Roldan Vasco" userId="31418594-e352-4801-9a96-51c3bb16e3dc" providerId="ADAL" clId="{7C2EC8DF-E7B3-4F5A-B75A-D6EEB138F45A}" dt="2024-02-08T19:40:36.767" v="845" actId="478"/>
          <ac:spMkLst>
            <pc:docMk/>
            <pc:sldMk cId="2715384399" sldId="281"/>
            <ac:spMk id="5" creationId="{1B65342F-6D69-988A-A0D3-8D6D70B0E585}"/>
          </ac:spMkLst>
        </pc:spChg>
      </pc:sldChg>
      <pc:sldChg chg="addSp delSp modSp add mod">
        <pc:chgData name="Sebastian Roldan Vasco" userId="31418594-e352-4801-9a96-51c3bb16e3dc" providerId="ADAL" clId="{7C2EC8DF-E7B3-4F5A-B75A-D6EEB138F45A}" dt="2024-02-08T19:55:17.754" v="1173" actId="13926"/>
        <pc:sldMkLst>
          <pc:docMk/>
          <pc:sldMk cId="3842306026" sldId="282"/>
        </pc:sldMkLst>
        <pc:spChg chg="mod">
          <ac:chgData name="Sebastian Roldan Vasco" userId="31418594-e352-4801-9a96-51c3bb16e3dc" providerId="ADAL" clId="{7C2EC8DF-E7B3-4F5A-B75A-D6EEB138F45A}" dt="2024-02-08T19:41:44.048" v="903" actId="20577"/>
          <ac:spMkLst>
            <pc:docMk/>
            <pc:sldMk cId="3842306026" sldId="282"/>
            <ac:spMk id="2" creationId="{EEE4E894-B59A-24BB-5BCE-5E23F95BBCB5}"/>
          </ac:spMkLst>
        </pc:spChg>
        <pc:spChg chg="del">
          <ac:chgData name="Sebastian Roldan Vasco" userId="31418594-e352-4801-9a96-51c3bb16e3dc" providerId="ADAL" clId="{7C2EC8DF-E7B3-4F5A-B75A-D6EEB138F45A}" dt="2024-02-08T19:42:06.301" v="904" actId="478"/>
          <ac:spMkLst>
            <pc:docMk/>
            <pc:sldMk cId="3842306026" sldId="282"/>
            <ac:spMk id="3" creationId="{D9682094-B800-0C2A-B106-2937070C3FBF}"/>
          </ac:spMkLst>
        </pc:spChg>
        <pc:spChg chg="add del mod">
          <ac:chgData name="Sebastian Roldan Vasco" userId="31418594-e352-4801-9a96-51c3bb16e3dc" providerId="ADAL" clId="{7C2EC8DF-E7B3-4F5A-B75A-D6EEB138F45A}" dt="2024-02-08T19:42:07.992" v="905"/>
          <ac:spMkLst>
            <pc:docMk/>
            <pc:sldMk cId="3842306026" sldId="282"/>
            <ac:spMk id="6" creationId="{352E507D-90DA-0DA5-C625-58A8456B46BC}"/>
          </ac:spMkLst>
        </pc:spChg>
        <pc:spChg chg="add mod">
          <ac:chgData name="Sebastian Roldan Vasco" userId="31418594-e352-4801-9a96-51c3bb16e3dc" providerId="ADAL" clId="{7C2EC8DF-E7B3-4F5A-B75A-D6EEB138F45A}" dt="2024-02-08T19:55:17.754" v="1173" actId="13926"/>
          <ac:spMkLst>
            <pc:docMk/>
            <pc:sldMk cId="3842306026" sldId="282"/>
            <ac:spMk id="7" creationId="{8C6513F9-0381-74D8-E70F-CAC2E09DAB1A}"/>
          </ac:spMkLst>
        </pc:spChg>
        <pc:grpChg chg="add mod">
          <ac:chgData name="Sebastian Roldan Vasco" userId="31418594-e352-4801-9a96-51c3bb16e3dc" providerId="ADAL" clId="{7C2EC8DF-E7B3-4F5A-B75A-D6EEB138F45A}" dt="2024-02-08T19:43:30.543" v="939"/>
          <ac:grpSpMkLst>
            <pc:docMk/>
            <pc:sldMk cId="3842306026" sldId="282"/>
            <ac:grpSpMk id="8" creationId="{D9FB7A83-BC27-6803-B14C-22D6C6E70EED}"/>
          </ac:grpSpMkLst>
        </pc:grpChg>
        <pc:grpChg chg="mod">
          <ac:chgData name="Sebastian Roldan Vasco" userId="31418594-e352-4801-9a96-51c3bb16e3dc" providerId="ADAL" clId="{7C2EC8DF-E7B3-4F5A-B75A-D6EEB138F45A}" dt="2024-02-08T19:43:30.543" v="939"/>
          <ac:grpSpMkLst>
            <pc:docMk/>
            <pc:sldMk cId="3842306026" sldId="282"/>
            <ac:grpSpMk id="10" creationId="{3A953FF2-D802-CF3E-6C46-EDF2F8190FE2}"/>
          </ac:grpSpMkLst>
        </pc:grpChg>
        <pc:picChg chg="mod">
          <ac:chgData name="Sebastian Roldan Vasco" userId="31418594-e352-4801-9a96-51c3bb16e3dc" providerId="ADAL" clId="{7C2EC8DF-E7B3-4F5A-B75A-D6EEB138F45A}" dt="2024-02-08T19:43:30.543" v="939"/>
          <ac:picMkLst>
            <pc:docMk/>
            <pc:sldMk cId="3842306026" sldId="282"/>
            <ac:picMk id="9" creationId="{2F3E4D55-9E37-C4AA-FCA5-4573D426A037}"/>
          </ac:picMkLst>
        </pc:picChg>
        <pc:picChg chg="add mod">
          <ac:chgData name="Sebastian Roldan Vasco" userId="31418594-e352-4801-9a96-51c3bb16e3dc" providerId="ADAL" clId="{7C2EC8DF-E7B3-4F5A-B75A-D6EEB138F45A}" dt="2024-02-08T19:43:44.439" v="942" actId="1076"/>
          <ac:picMkLst>
            <pc:docMk/>
            <pc:sldMk cId="3842306026" sldId="282"/>
            <ac:picMk id="15" creationId="{FF76CFA4-B0B2-3A47-B9AC-AE46F0726822}"/>
          </ac:picMkLst>
        </pc:picChg>
        <pc:inkChg chg="mod">
          <ac:chgData name="Sebastian Roldan Vasco" userId="31418594-e352-4801-9a96-51c3bb16e3dc" providerId="ADAL" clId="{7C2EC8DF-E7B3-4F5A-B75A-D6EEB138F45A}" dt="2024-02-08T19:43:30.543" v="939"/>
          <ac:inkMkLst>
            <pc:docMk/>
            <pc:sldMk cId="3842306026" sldId="282"/>
            <ac:inkMk id="11" creationId="{CE4A1C13-5175-76BD-94DC-C3E27978CAC3}"/>
          </ac:inkMkLst>
        </pc:inkChg>
        <pc:inkChg chg="mod">
          <ac:chgData name="Sebastian Roldan Vasco" userId="31418594-e352-4801-9a96-51c3bb16e3dc" providerId="ADAL" clId="{7C2EC8DF-E7B3-4F5A-B75A-D6EEB138F45A}" dt="2024-02-08T19:43:30.543" v="939"/>
          <ac:inkMkLst>
            <pc:docMk/>
            <pc:sldMk cId="3842306026" sldId="282"/>
            <ac:inkMk id="12" creationId="{07F5C1E2-BD06-01B1-CCF4-7BF240D58531}"/>
          </ac:inkMkLst>
        </pc:inkChg>
        <pc:inkChg chg="mod">
          <ac:chgData name="Sebastian Roldan Vasco" userId="31418594-e352-4801-9a96-51c3bb16e3dc" providerId="ADAL" clId="{7C2EC8DF-E7B3-4F5A-B75A-D6EEB138F45A}" dt="2024-02-08T19:43:30.543" v="939"/>
          <ac:inkMkLst>
            <pc:docMk/>
            <pc:sldMk cId="3842306026" sldId="282"/>
            <ac:inkMk id="13" creationId="{FC34EDFA-6351-B6FB-6D6C-1DF9DA797272}"/>
          </ac:inkMkLst>
        </pc:inkChg>
        <pc:inkChg chg="mod">
          <ac:chgData name="Sebastian Roldan Vasco" userId="31418594-e352-4801-9a96-51c3bb16e3dc" providerId="ADAL" clId="{7C2EC8DF-E7B3-4F5A-B75A-D6EEB138F45A}" dt="2024-02-08T19:43:30.543" v="939"/>
          <ac:inkMkLst>
            <pc:docMk/>
            <pc:sldMk cId="3842306026" sldId="282"/>
            <ac:inkMk id="14" creationId="{C92FDDE8-5F31-3773-52BB-FA7BAD6E982A}"/>
          </ac:inkMkLst>
        </pc:inkChg>
      </pc:sldChg>
      <pc:sldChg chg="addSp delSp modSp add mod">
        <pc:chgData name="Sebastian Roldan Vasco" userId="31418594-e352-4801-9a96-51c3bb16e3dc" providerId="ADAL" clId="{7C2EC8DF-E7B3-4F5A-B75A-D6EEB138F45A}" dt="2024-02-08T19:47:15.479" v="970" actId="14100"/>
        <pc:sldMkLst>
          <pc:docMk/>
          <pc:sldMk cId="429748480" sldId="283"/>
        </pc:sldMkLst>
        <pc:spChg chg="mod">
          <ac:chgData name="Sebastian Roldan Vasco" userId="31418594-e352-4801-9a96-51c3bb16e3dc" providerId="ADAL" clId="{7C2EC8DF-E7B3-4F5A-B75A-D6EEB138F45A}" dt="2024-02-08T19:43:56.966" v="954" actId="20577"/>
          <ac:spMkLst>
            <pc:docMk/>
            <pc:sldMk cId="429748480" sldId="283"/>
            <ac:spMk id="2" creationId="{EEE4E894-B59A-24BB-5BCE-5E23F95BBCB5}"/>
          </ac:spMkLst>
        </pc:spChg>
        <pc:spChg chg="del">
          <ac:chgData name="Sebastian Roldan Vasco" userId="31418594-e352-4801-9a96-51c3bb16e3dc" providerId="ADAL" clId="{7C2EC8DF-E7B3-4F5A-B75A-D6EEB138F45A}" dt="2024-02-08T19:44:09.601" v="956" actId="478"/>
          <ac:spMkLst>
            <pc:docMk/>
            <pc:sldMk cId="429748480" sldId="283"/>
            <ac:spMk id="3" creationId="{D9682094-B800-0C2A-B106-2937070C3FBF}"/>
          </ac:spMkLst>
        </pc:spChg>
        <pc:spChg chg="add del mod">
          <ac:chgData name="Sebastian Roldan Vasco" userId="31418594-e352-4801-9a96-51c3bb16e3dc" providerId="ADAL" clId="{7C2EC8DF-E7B3-4F5A-B75A-D6EEB138F45A}" dt="2024-02-08T19:44:14.642" v="958" actId="478"/>
          <ac:spMkLst>
            <pc:docMk/>
            <pc:sldMk cId="429748480" sldId="283"/>
            <ac:spMk id="6" creationId="{3A0DA1AC-9AE0-DB11-CDCF-9F18A12125C9}"/>
          </ac:spMkLst>
        </pc:spChg>
        <pc:spChg chg="add mod">
          <ac:chgData name="Sebastian Roldan Vasco" userId="31418594-e352-4801-9a96-51c3bb16e3dc" providerId="ADAL" clId="{7C2EC8DF-E7B3-4F5A-B75A-D6EEB138F45A}" dt="2024-02-08T19:45:53.381" v="959" actId="255"/>
          <ac:spMkLst>
            <pc:docMk/>
            <pc:sldMk cId="429748480" sldId="283"/>
            <ac:spMk id="9" creationId="{33171247-DE7A-516F-FF54-E7922E77FC43}"/>
          </ac:spMkLst>
        </pc:spChg>
        <pc:picChg chg="add del mod">
          <ac:chgData name="Sebastian Roldan Vasco" userId="31418594-e352-4801-9a96-51c3bb16e3dc" providerId="ADAL" clId="{7C2EC8DF-E7B3-4F5A-B75A-D6EEB138F45A}" dt="2024-02-08T19:46:29.373" v="960" actId="478"/>
          <ac:picMkLst>
            <pc:docMk/>
            <pc:sldMk cId="429748480" sldId="283"/>
            <ac:picMk id="7" creationId="{E319161D-92B3-35B5-938E-6D000EFACEC7}"/>
          </ac:picMkLst>
        </pc:picChg>
        <pc:picChg chg="add del mod">
          <ac:chgData name="Sebastian Roldan Vasco" userId="31418594-e352-4801-9a96-51c3bb16e3dc" providerId="ADAL" clId="{7C2EC8DF-E7B3-4F5A-B75A-D6EEB138F45A}" dt="2024-02-08T19:46:46.533" v="966" actId="478"/>
          <ac:picMkLst>
            <pc:docMk/>
            <pc:sldMk cId="429748480" sldId="283"/>
            <ac:picMk id="8" creationId="{8623E67B-79E6-3631-E19A-49F908EF7CC3}"/>
          </ac:picMkLst>
        </pc:picChg>
        <pc:picChg chg="add mod">
          <ac:chgData name="Sebastian Roldan Vasco" userId="31418594-e352-4801-9a96-51c3bb16e3dc" providerId="ADAL" clId="{7C2EC8DF-E7B3-4F5A-B75A-D6EEB138F45A}" dt="2024-02-08T19:46:44.189" v="965" actId="1076"/>
          <ac:picMkLst>
            <pc:docMk/>
            <pc:sldMk cId="429748480" sldId="283"/>
            <ac:picMk id="3074" creationId="{00C842CF-C141-100C-3422-48D4D7E484D2}"/>
          </ac:picMkLst>
        </pc:picChg>
        <pc:picChg chg="add mod">
          <ac:chgData name="Sebastian Roldan Vasco" userId="31418594-e352-4801-9a96-51c3bb16e3dc" providerId="ADAL" clId="{7C2EC8DF-E7B3-4F5A-B75A-D6EEB138F45A}" dt="2024-02-08T19:47:15.479" v="970" actId="14100"/>
          <ac:picMkLst>
            <pc:docMk/>
            <pc:sldMk cId="429748480" sldId="283"/>
            <ac:picMk id="3076" creationId="{5435FB70-99E1-EE6B-9D02-F98341625A44}"/>
          </ac:picMkLst>
        </pc:picChg>
      </pc:sldChg>
      <pc:sldChg chg="addSp modSp add mod">
        <pc:chgData name="Sebastian Roldan Vasco" userId="31418594-e352-4801-9a96-51c3bb16e3dc" providerId="ADAL" clId="{7C2EC8DF-E7B3-4F5A-B75A-D6EEB138F45A}" dt="2024-02-08T19:51:00.646" v="1084" actId="1076"/>
        <pc:sldMkLst>
          <pc:docMk/>
          <pc:sldMk cId="167531104" sldId="284"/>
        </pc:sldMkLst>
        <pc:spChg chg="mod">
          <ac:chgData name="Sebastian Roldan Vasco" userId="31418594-e352-4801-9a96-51c3bb16e3dc" providerId="ADAL" clId="{7C2EC8DF-E7B3-4F5A-B75A-D6EEB138F45A}" dt="2024-02-08T19:48:42.472" v="984" actId="20577"/>
          <ac:spMkLst>
            <pc:docMk/>
            <pc:sldMk cId="167531104" sldId="284"/>
            <ac:spMk id="2" creationId="{EEE4E894-B59A-24BB-5BCE-5E23F95BBCB5}"/>
          </ac:spMkLst>
        </pc:spChg>
        <pc:spChg chg="mod">
          <ac:chgData name="Sebastian Roldan Vasco" userId="31418594-e352-4801-9a96-51c3bb16e3dc" providerId="ADAL" clId="{7C2EC8DF-E7B3-4F5A-B75A-D6EEB138F45A}" dt="2024-02-08T19:50:53.689" v="1082" actId="14100"/>
          <ac:spMkLst>
            <pc:docMk/>
            <pc:sldMk cId="167531104" sldId="284"/>
            <ac:spMk id="3" creationId="{D9682094-B800-0C2A-B106-2937070C3FBF}"/>
          </ac:spMkLst>
        </pc:spChg>
        <pc:picChg chg="add mod">
          <ac:chgData name="Sebastian Roldan Vasco" userId="31418594-e352-4801-9a96-51c3bb16e3dc" providerId="ADAL" clId="{7C2EC8DF-E7B3-4F5A-B75A-D6EEB138F45A}" dt="2024-02-08T19:51:00.646" v="1084" actId="1076"/>
          <ac:picMkLst>
            <pc:docMk/>
            <pc:sldMk cId="167531104" sldId="284"/>
            <ac:picMk id="6" creationId="{0EB98D04-7126-E6B4-1D39-0E80299CC644}"/>
          </ac:picMkLst>
        </pc:picChg>
      </pc:sldChg>
      <pc:sldChg chg="addSp delSp modSp add mod">
        <pc:chgData name="Sebastian Roldan Vasco" userId="31418594-e352-4801-9a96-51c3bb16e3dc" providerId="ADAL" clId="{7C2EC8DF-E7B3-4F5A-B75A-D6EEB138F45A}" dt="2024-02-08T19:52:39.720" v="1143" actId="20577"/>
        <pc:sldMkLst>
          <pc:docMk/>
          <pc:sldMk cId="1541309706" sldId="285"/>
        </pc:sldMkLst>
        <pc:spChg chg="mod">
          <ac:chgData name="Sebastian Roldan Vasco" userId="31418594-e352-4801-9a96-51c3bb16e3dc" providerId="ADAL" clId="{7C2EC8DF-E7B3-4F5A-B75A-D6EEB138F45A}" dt="2024-02-08T19:51:40.774" v="1096" actId="20577"/>
          <ac:spMkLst>
            <pc:docMk/>
            <pc:sldMk cId="1541309706" sldId="285"/>
            <ac:spMk id="2" creationId="{EEE4E894-B59A-24BB-5BCE-5E23F95BBCB5}"/>
          </ac:spMkLst>
        </pc:spChg>
        <pc:spChg chg="del">
          <ac:chgData name="Sebastian Roldan Vasco" userId="31418594-e352-4801-9a96-51c3bb16e3dc" providerId="ADAL" clId="{7C2EC8DF-E7B3-4F5A-B75A-D6EEB138F45A}" dt="2024-02-08T19:51:51.052" v="1097" actId="478"/>
          <ac:spMkLst>
            <pc:docMk/>
            <pc:sldMk cId="1541309706" sldId="285"/>
            <ac:spMk id="3" creationId="{D9682094-B800-0C2A-B106-2937070C3FBF}"/>
          </ac:spMkLst>
        </pc:spChg>
        <pc:spChg chg="add del mod">
          <ac:chgData name="Sebastian Roldan Vasco" userId="31418594-e352-4801-9a96-51c3bb16e3dc" providerId="ADAL" clId="{7C2EC8DF-E7B3-4F5A-B75A-D6EEB138F45A}" dt="2024-02-08T19:52:39.720" v="1143" actId="20577"/>
          <ac:spMkLst>
            <pc:docMk/>
            <pc:sldMk cId="1541309706" sldId="285"/>
            <ac:spMk id="6" creationId="{02C0C907-BA34-0EBE-58B1-0E0F1BEFB917}"/>
          </ac:spMkLst>
        </pc:spChg>
        <pc:spChg chg="add del mod">
          <ac:chgData name="Sebastian Roldan Vasco" userId="31418594-e352-4801-9a96-51c3bb16e3dc" providerId="ADAL" clId="{7C2EC8DF-E7B3-4F5A-B75A-D6EEB138F45A}" dt="2024-02-08T19:51:56.201" v="1100"/>
          <ac:spMkLst>
            <pc:docMk/>
            <pc:sldMk cId="1541309706" sldId="285"/>
            <ac:spMk id="8" creationId="{3DDBDCED-1F49-8D3A-82DC-FA11F045E7DE}"/>
          </ac:spMkLst>
        </pc:spChg>
        <pc:spChg chg="add del mod">
          <ac:chgData name="Sebastian Roldan Vasco" userId="31418594-e352-4801-9a96-51c3bb16e3dc" providerId="ADAL" clId="{7C2EC8DF-E7B3-4F5A-B75A-D6EEB138F45A}" dt="2024-02-08T19:51:59.068" v="1102"/>
          <ac:spMkLst>
            <pc:docMk/>
            <pc:sldMk cId="1541309706" sldId="285"/>
            <ac:spMk id="10" creationId="{B788171F-8778-DD82-CC94-56957536FC90}"/>
          </ac:spMkLst>
        </pc:spChg>
        <pc:spChg chg="add mod">
          <ac:chgData name="Sebastian Roldan Vasco" userId="31418594-e352-4801-9a96-51c3bb16e3dc" providerId="ADAL" clId="{7C2EC8DF-E7B3-4F5A-B75A-D6EEB138F45A}" dt="2024-02-08T19:52:01.593" v="1104"/>
          <ac:spMkLst>
            <pc:docMk/>
            <pc:sldMk cId="1541309706" sldId="285"/>
            <ac:spMk id="12" creationId="{03128E07-4B51-4C08-7611-332DA521FCC2}"/>
          </ac:spMkLst>
        </pc:spChg>
        <pc:picChg chg="add del mod">
          <ac:chgData name="Sebastian Roldan Vasco" userId="31418594-e352-4801-9a96-51c3bb16e3dc" providerId="ADAL" clId="{7C2EC8DF-E7B3-4F5A-B75A-D6EEB138F45A}" dt="2024-02-08T19:51:56.201" v="1100"/>
          <ac:picMkLst>
            <pc:docMk/>
            <pc:sldMk cId="1541309706" sldId="285"/>
            <ac:picMk id="7" creationId="{55FAC18E-54B5-1951-FD7F-8546FD3A1C2E}"/>
          </ac:picMkLst>
        </pc:picChg>
        <pc:picChg chg="add del mod">
          <ac:chgData name="Sebastian Roldan Vasco" userId="31418594-e352-4801-9a96-51c3bb16e3dc" providerId="ADAL" clId="{7C2EC8DF-E7B3-4F5A-B75A-D6EEB138F45A}" dt="2024-02-08T19:51:59.068" v="1102"/>
          <ac:picMkLst>
            <pc:docMk/>
            <pc:sldMk cId="1541309706" sldId="285"/>
            <ac:picMk id="9" creationId="{1537A7A3-AF79-2492-902D-4EABD0D3B8DD}"/>
          </ac:picMkLst>
        </pc:picChg>
        <pc:picChg chg="add mod">
          <ac:chgData name="Sebastian Roldan Vasco" userId="31418594-e352-4801-9a96-51c3bb16e3dc" providerId="ADAL" clId="{7C2EC8DF-E7B3-4F5A-B75A-D6EEB138F45A}" dt="2024-02-08T19:52:01.593" v="1104"/>
          <ac:picMkLst>
            <pc:docMk/>
            <pc:sldMk cId="1541309706" sldId="285"/>
            <ac:picMk id="11" creationId="{0930B423-08E7-90F5-006D-18AD93DD8B30}"/>
          </ac:picMkLst>
        </pc:picChg>
      </pc:sldChg>
      <pc:sldChg chg="addSp delSp modSp add mod">
        <pc:chgData name="Sebastian Roldan Vasco" userId="31418594-e352-4801-9a96-51c3bb16e3dc" providerId="ADAL" clId="{7C2EC8DF-E7B3-4F5A-B75A-D6EEB138F45A}" dt="2024-02-08T19:54:54.399" v="1170" actId="1035"/>
        <pc:sldMkLst>
          <pc:docMk/>
          <pc:sldMk cId="1376797761" sldId="286"/>
        </pc:sldMkLst>
        <pc:spChg chg="mod">
          <ac:chgData name="Sebastian Roldan Vasco" userId="31418594-e352-4801-9a96-51c3bb16e3dc" providerId="ADAL" clId="{7C2EC8DF-E7B3-4F5A-B75A-D6EEB138F45A}" dt="2024-02-08T19:54:18.178" v="1158" actId="20577"/>
          <ac:spMkLst>
            <pc:docMk/>
            <pc:sldMk cId="1376797761" sldId="286"/>
            <ac:spMk id="2" creationId="{EEE4E894-B59A-24BB-5BCE-5E23F95BBCB5}"/>
          </ac:spMkLst>
        </pc:spChg>
        <pc:spChg chg="del">
          <ac:chgData name="Sebastian Roldan Vasco" userId="31418594-e352-4801-9a96-51c3bb16e3dc" providerId="ADAL" clId="{7C2EC8DF-E7B3-4F5A-B75A-D6EEB138F45A}" dt="2024-02-08T19:54:35.242" v="1162" actId="478"/>
          <ac:spMkLst>
            <pc:docMk/>
            <pc:sldMk cId="1376797761" sldId="286"/>
            <ac:spMk id="3" creationId="{D9682094-B800-0C2A-B106-2937070C3FBF}"/>
          </ac:spMkLst>
        </pc:spChg>
        <pc:spChg chg="add del mod">
          <ac:chgData name="Sebastian Roldan Vasco" userId="31418594-e352-4801-9a96-51c3bb16e3dc" providerId="ADAL" clId="{7C2EC8DF-E7B3-4F5A-B75A-D6EEB138F45A}" dt="2024-02-08T19:54:37.002" v="1163"/>
          <ac:spMkLst>
            <pc:docMk/>
            <pc:sldMk cId="1376797761" sldId="286"/>
            <ac:spMk id="9" creationId="{7E0D7F02-45F8-2A1B-3612-F7B47E59138E}"/>
          </ac:spMkLst>
        </pc:spChg>
        <pc:spChg chg="add mod">
          <ac:chgData name="Sebastian Roldan Vasco" userId="31418594-e352-4801-9a96-51c3bb16e3dc" providerId="ADAL" clId="{7C2EC8DF-E7B3-4F5A-B75A-D6EEB138F45A}" dt="2024-02-08T19:54:54.399" v="1170" actId="1035"/>
          <ac:spMkLst>
            <pc:docMk/>
            <pc:sldMk cId="1376797761" sldId="286"/>
            <ac:spMk id="11" creationId="{9444E909-E770-2712-9020-151010796565}"/>
          </ac:spMkLst>
        </pc:spChg>
        <pc:picChg chg="add del mod">
          <ac:chgData name="Sebastian Roldan Vasco" userId="31418594-e352-4801-9a96-51c3bb16e3dc" providerId="ADAL" clId="{7C2EC8DF-E7B3-4F5A-B75A-D6EEB138F45A}" dt="2024-02-08T19:54:29.716" v="1159" actId="21"/>
          <ac:picMkLst>
            <pc:docMk/>
            <pc:sldMk cId="1376797761" sldId="286"/>
            <ac:picMk id="6" creationId="{35905277-0B7C-E90D-9A1E-E46DEA74F6B9}"/>
          </ac:picMkLst>
        </pc:picChg>
        <pc:picChg chg="add del mod">
          <ac:chgData name="Sebastian Roldan Vasco" userId="31418594-e352-4801-9a96-51c3bb16e3dc" providerId="ADAL" clId="{7C2EC8DF-E7B3-4F5A-B75A-D6EEB138F45A}" dt="2024-02-08T19:54:33.417" v="1161"/>
          <ac:picMkLst>
            <pc:docMk/>
            <pc:sldMk cId="1376797761" sldId="286"/>
            <ac:picMk id="7" creationId="{94F92413-E665-0E29-6EC5-79DECF2546FC}"/>
          </ac:picMkLst>
        </pc:picChg>
        <pc:picChg chg="add mod">
          <ac:chgData name="Sebastian Roldan Vasco" userId="31418594-e352-4801-9a96-51c3bb16e3dc" providerId="ADAL" clId="{7C2EC8DF-E7B3-4F5A-B75A-D6EEB138F45A}" dt="2024-02-08T19:54:37.002" v="1163"/>
          <ac:picMkLst>
            <pc:docMk/>
            <pc:sldMk cId="1376797761" sldId="286"/>
            <ac:picMk id="10" creationId="{BB1812D0-B6F9-C337-F002-215D5885E9E8}"/>
          </ac:picMkLst>
        </pc:picChg>
      </pc:sldChg>
      <pc:sldChg chg="addSp delSp modSp add mod">
        <pc:chgData name="Sebastian Roldan Vasco" userId="31418594-e352-4801-9a96-51c3bb16e3dc" providerId="ADAL" clId="{7C2EC8DF-E7B3-4F5A-B75A-D6EEB138F45A}" dt="2024-02-08T20:00:23.123" v="1182"/>
        <pc:sldMkLst>
          <pc:docMk/>
          <pc:sldMk cId="1506460642" sldId="287"/>
        </pc:sldMkLst>
        <pc:spChg chg="add del mod">
          <ac:chgData name="Sebastian Roldan Vasco" userId="31418594-e352-4801-9a96-51c3bb16e3dc" providerId="ADAL" clId="{7C2EC8DF-E7B3-4F5A-B75A-D6EEB138F45A}" dt="2024-02-08T20:00:12.083" v="1180"/>
          <ac:spMkLst>
            <pc:docMk/>
            <pc:sldMk cId="1506460642" sldId="287"/>
            <ac:spMk id="5" creationId="{A67D862E-AC88-1103-F7DF-10CAD3949AB2}"/>
          </ac:spMkLst>
        </pc:spChg>
        <pc:spChg chg="mod">
          <ac:chgData name="Sebastian Roldan Vasco" userId="31418594-e352-4801-9a96-51c3bb16e3dc" providerId="ADAL" clId="{7C2EC8DF-E7B3-4F5A-B75A-D6EEB138F45A}" dt="2024-02-08T20:00:23.123" v="1182"/>
          <ac:spMkLst>
            <pc:docMk/>
            <pc:sldMk cId="1506460642" sldId="287"/>
            <ac:spMk id="11" creationId="{9444E909-E770-2712-9020-151010796565}"/>
          </ac:spMkLst>
        </pc:spChg>
        <pc:picChg chg="del">
          <ac:chgData name="Sebastian Roldan Vasco" userId="31418594-e352-4801-9a96-51c3bb16e3dc" providerId="ADAL" clId="{7C2EC8DF-E7B3-4F5A-B75A-D6EEB138F45A}" dt="2024-02-08T19:59:57.673" v="1177" actId="478"/>
          <ac:picMkLst>
            <pc:docMk/>
            <pc:sldMk cId="1506460642" sldId="287"/>
            <ac:picMk id="10" creationId="{BB1812D0-B6F9-C337-F002-215D5885E9E8}"/>
          </ac:picMkLst>
        </pc:picChg>
        <pc:picChg chg="add mod">
          <ac:chgData name="Sebastian Roldan Vasco" userId="31418594-e352-4801-9a96-51c3bb16e3dc" providerId="ADAL" clId="{7C2EC8DF-E7B3-4F5A-B75A-D6EEB138F45A}" dt="2024-02-08T20:00:12.083" v="1180"/>
          <ac:picMkLst>
            <pc:docMk/>
            <pc:sldMk cId="1506460642" sldId="287"/>
            <ac:picMk id="5122" creationId="{52FBB8FB-E8B9-3014-165B-2941D4B9BA05}"/>
          </ac:picMkLst>
        </pc:picChg>
      </pc:sldChg>
      <pc:sldChg chg="add del">
        <pc:chgData name="Sebastian Roldan Vasco" userId="31418594-e352-4801-9a96-51c3bb16e3dc" providerId="ADAL" clId="{7C2EC8DF-E7B3-4F5A-B75A-D6EEB138F45A}" dt="2024-02-08T20:00:01.923" v="1179"/>
        <pc:sldMkLst>
          <pc:docMk/>
          <pc:sldMk cId="60409941" sldId="288"/>
        </pc:sldMkLst>
      </pc:sldChg>
      <pc:sldChg chg="addSp delSp modSp add mod modAnim">
        <pc:chgData name="Sebastian Roldan Vasco" userId="31418594-e352-4801-9a96-51c3bb16e3dc" providerId="ADAL" clId="{7C2EC8DF-E7B3-4F5A-B75A-D6EEB138F45A}" dt="2024-02-08T20:14:52.803" v="1303" actId="20577"/>
        <pc:sldMkLst>
          <pc:docMk/>
          <pc:sldMk cId="4183639496" sldId="288"/>
        </pc:sldMkLst>
        <pc:spChg chg="mod">
          <ac:chgData name="Sebastian Roldan Vasco" userId="31418594-e352-4801-9a96-51c3bb16e3dc" providerId="ADAL" clId="{7C2EC8DF-E7B3-4F5A-B75A-D6EEB138F45A}" dt="2024-02-08T20:05:28.675" v="1230" actId="20577"/>
          <ac:spMkLst>
            <pc:docMk/>
            <pc:sldMk cId="4183639496" sldId="288"/>
            <ac:spMk id="2" creationId="{EEE4E894-B59A-24BB-5BCE-5E23F95BBCB5}"/>
          </ac:spMkLst>
        </pc:spChg>
        <pc:spChg chg="add del mod">
          <ac:chgData name="Sebastian Roldan Vasco" userId="31418594-e352-4801-9a96-51c3bb16e3dc" providerId="ADAL" clId="{7C2EC8DF-E7B3-4F5A-B75A-D6EEB138F45A}" dt="2024-02-08T20:05:40.548" v="1231" actId="478"/>
          <ac:spMkLst>
            <pc:docMk/>
            <pc:sldMk cId="4183639496" sldId="288"/>
            <ac:spMk id="3" creationId="{0E57579D-793B-48E6-AF3A-471D45F5FD8E}"/>
          </ac:spMkLst>
        </pc:spChg>
        <pc:spChg chg="del">
          <ac:chgData name="Sebastian Roldan Vasco" userId="31418594-e352-4801-9a96-51c3bb16e3dc" providerId="ADAL" clId="{7C2EC8DF-E7B3-4F5A-B75A-D6EEB138F45A}" dt="2024-02-08T20:05:43.374" v="1233" actId="478"/>
          <ac:spMkLst>
            <pc:docMk/>
            <pc:sldMk cId="4183639496" sldId="288"/>
            <ac:spMk id="11" creationId="{9444E909-E770-2712-9020-151010796565}"/>
          </ac:spMkLst>
        </pc:spChg>
        <pc:spChg chg="add del mod">
          <ac:chgData name="Sebastian Roldan Vasco" userId="31418594-e352-4801-9a96-51c3bb16e3dc" providerId="ADAL" clId="{7C2EC8DF-E7B3-4F5A-B75A-D6EEB138F45A}" dt="2024-02-08T20:14:26.703" v="1299" actId="478"/>
          <ac:spMkLst>
            <pc:docMk/>
            <pc:sldMk cId="4183639496" sldId="288"/>
            <ac:spMk id="17" creationId="{77497786-ED4D-711E-7FB1-5422E898C5D7}"/>
          </ac:spMkLst>
        </pc:spChg>
        <pc:spChg chg="add del mod">
          <ac:chgData name="Sebastian Roldan Vasco" userId="31418594-e352-4801-9a96-51c3bb16e3dc" providerId="ADAL" clId="{7C2EC8DF-E7B3-4F5A-B75A-D6EEB138F45A}" dt="2024-02-08T20:14:26.703" v="1299" actId="478"/>
          <ac:spMkLst>
            <pc:docMk/>
            <pc:sldMk cId="4183639496" sldId="288"/>
            <ac:spMk id="18" creationId="{ECD30F59-972F-715D-13FE-68464EFC5CFF}"/>
          </ac:spMkLst>
        </pc:spChg>
        <pc:spChg chg="add del mod">
          <ac:chgData name="Sebastian Roldan Vasco" userId="31418594-e352-4801-9a96-51c3bb16e3dc" providerId="ADAL" clId="{7C2EC8DF-E7B3-4F5A-B75A-D6EEB138F45A}" dt="2024-02-08T20:14:26.703" v="1299" actId="478"/>
          <ac:spMkLst>
            <pc:docMk/>
            <pc:sldMk cId="4183639496" sldId="288"/>
            <ac:spMk id="20" creationId="{002506BF-ACE4-0C92-3324-AC61D93BBE21}"/>
          </ac:spMkLst>
        </pc:spChg>
        <pc:spChg chg="add del mod">
          <ac:chgData name="Sebastian Roldan Vasco" userId="31418594-e352-4801-9a96-51c3bb16e3dc" providerId="ADAL" clId="{7C2EC8DF-E7B3-4F5A-B75A-D6EEB138F45A}" dt="2024-02-08T20:14:26.703" v="1299" actId="478"/>
          <ac:spMkLst>
            <pc:docMk/>
            <pc:sldMk cId="4183639496" sldId="288"/>
            <ac:spMk id="21" creationId="{3472BFEC-43D6-0BC0-EA69-A00FEE76CCF3}"/>
          </ac:spMkLst>
        </pc:spChg>
        <pc:spChg chg="add del">
          <ac:chgData name="Sebastian Roldan Vasco" userId="31418594-e352-4801-9a96-51c3bb16e3dc" providerId="ADAL" clId="{7C2EC8DF-E7B3-4F5A-B75A-D6EEB138F45A}" dt="2024-02-08T20:10:14.298" v="1251" actId="22"/>
          <ac:spMkLst>
            <pc:docMk/>
            <pc:sldMk cId="4183639496" sldId="288"/>
            <ac:spMk id="25" creationId="{1E4782C1-A8A4-2D43-6873-A35BFEAD0E8A}"/>
          </ac:spMkLst>
        </pc:spChg>
        <pc:spChg chg="add del">
          <ac:chgData name="Sebastian Roldan Vasco" userId="31418594-e352-4801-9a96-51c3bb16e3dc" providerId="ADAL" clId="{7C2EC8DF-E7B3-4F5A-B75A-D6EEB138F45A}" dt="2024-02-08T20:10:22.371" v="1253" actId="22"/>
          <ac:spMkLst>
            <pc:docMk/>
            <pc:sldMk cId="4183639496" sldId="288"/>
            <ac:spMk id="27" creationId="{4742769E-E924-E694-EA9E-D221EEE01860}"/>
          </ac:spMkLst>
        </pc:spChg>
        <pc:spChg chg="add mod">
          <ac:chgData name="Sebastian Roldan Vasco" userId="31418594-e352-4801-9a96-51c3bb16e3dc" providerId="ADAL" clId="{7C2EC8DF-E7B3-4F5A-B75A-D6EEB138F45A}" dt="2024-02-08T20:14:52.803" v="1303" actId="20577"/>
          <ac:spMkLst>
            <pc:docMk/>
            <pc:sldMk cId="4183639496" sldId="288"/>
            <ac:spMk id="29" creationId="{6AC68074-5EB2-650C-5D42-A21B69BEADC5}"/>
          </ac:spMkLst>
        </pc:spChg>
        <pc:picChg chg="add del mod">
          <ac:chgData name="Sebastian Roldan Vasco" userId="31418594-e352-4801-9a96-51c3bb16e3dc" providerId="ADAL" clId="{7C2EC8DF-E7B3-4F5A-B75A-D6EEB138F45A}" dt="2024-02-08T20:14:26.703" v="1299" actId="478"/>
          <ac:picMkLst>
            <pc:docMk/>
            <pc:sldMk cId="4183639496" sldId="288"/>
            <ac:picMk id="7" creationId="{46D923AC-444B-E4F1-2F35-D053DA97FA0D}"/>
          </ac:picMkLst>
        </pc:picChg>
        <pc:picChg chg="add del mod">
          <ac:chgData name="Sebastian Roldan Vasco" userId="31418594-e352-4801-9a96-51c3bb16e3dc" providerId="ADAL" clId="{7C2EC8DF-E7B3-4F5A-B75A-D6EEB138F45A}" dt="2024-02-08T20:05:56.045" v="1237" actId="478"/>
          <ac:picMkLst>
            <pc:docMk/>
            <pc:sldMk cId="4183639496" sldId="288"/>
            <ac:picMk id="8" creationId="{D22032D9-E648-E346-F5DE-F4E2375B8B12}"/>
          </ac:picMkLst>
        </pc:picChg>
        <pc:picChg chg="add del mod">
          <ac:chgData name="Sebastian Roldan Vasco" userId="31418594-e352-4801-9a96-51c3bb16e3dc" providerId="ADAL" clId="{7C2EC8DF-E7B3-4F5A-B75A-D6EEB138F45A}" dt="2024-02-08T20:10:11.911" v="1249" actId="478"/>
          <ac:picMkLst>
            <pc:docMk/>
            <pc:sldMk cId="4183639496" sldId="288"/>
            <ac:picMk id="9" creationId="{62930548-33E0-0098-B473-54E53086DA3D}"/>
          </ac:picMkLst>
        </pc:picChg>
        <pc:picChg chg="add del mod">
          <ac:chgData name="Sebastian Roldan Vasco" userId="31418594-e352-4801-9a96-51c3bb16e3dc" providerId="ADAL" clId="{7C2EC8DF-E7B3-4F5A-B75A-D6EEB138F45A}" dt="2024-02-08T20:14:26.703" v="1299" actId="478"/>
          <ac:picMkLst>
            <pc:docMk/>
            <pc:sldMk cId="4183639496" sldId="288"/>
            <ac:picMk id="10" creationId="{E41886E2-D56B-3AF4-FF0F-44E7E28A7446}"/>
          </ac:picMkLst>
        </pc:picChg>
        <pc:picChg chg="add del mod">
          <ac:chgData name="Sebastian Roldan Vasco" userId="31418594-e352-4801-9a96-51c3bb16e3dc" providerId="ADAL" clId="{7C2EC8DF-E7B3-4F5A-B75A-D6EEB138F45A}" dt="2024-02-08T20:14:26.703" v="1299" actId="478"/>
          <ac:picMkLst>
            <pc:docMk/>
            <pc:sldMk cId="4183639496" sldId="288"/>
            <ac:picMk id="12" creationId="{5F3F64D0-693B-A59C-DD3F-77C8A5F3F26D}"/>
          </ac:picMkLst>
        </pc:picChg>
        <pc:picChg chg="add del mod">
          <ac:chgData name="Sebastian Roldan Vasco" userId="31418594-e352-4801-9a96-51c3bb16e3dc" providerId="ADAL" clId="{7C2EC8DF-E7B3-4F5A-B75A-D6EEB138F45A}" dt="2024-02-08T20:14:26.703" v="1299" actId="478"/>
          <ac:picMkLst>
            <pc:docMk/>
            <pc:sldMk cId="4183639496" sldId="288"/>
            <ac:picMk id="13" creationId="{D47EDC1B-9188-D907-6FC1-5B71931C6860}"/>
          </ac:picMkLst>
        </pc:picChg>
        <pc:picChg chg="add del mod">
          <ac:chgData name="Sebastian Roldan Vasco" userId="31418594-e352-4801-9a96-51c3bb16e3dc" providerId="ADAL" clId="{7C2EC8DF-E7B3-4F5A-B75A-D6EEB138F45A}" dt="2024-02-08T20:14:26.703" v="1299" actId="478"/>
          <ac:picMkLst>
            <pc:docMk/>
            <pc:sldMk cId="4183639496" sldId="288"/>
            <ac:picMk id="14" creationId="{D90E3819-7D85-CF07-CC3C-1396C164E35D}"/>
          </ac:picMkLst>
        </pc:picChg>
        <pc:picChg chg="add del mod">
          <ac:chgData name="Sebastian Roldan Vasco" userId="31418594-e352-4801-9a96-51c3bb16e3dc" providerId="ADAL" clId="{7C2EC8DF-E7B3-4F5A-B75A-D6EEB138F45A}" dt="2024-02-08T20:14:26.703" v="1299" actId="478"/>
          <ac:picMkLst>
            <pc:docMk/>
            <pc:sldMk cId="4183639496" sldId="288"/>
            <ac:picMk id="15" creationId="{30287765-6694-EFB7-3340-ADDEE3147AE9}"/>
          </ac:picMkLst>
        </pc:picChg>
        <pc:picChg chg="add del mod">
          <ac:chgData name="Sebastian Roldan Vasco" userId="31418594-e352-4801-9a96-51c3bb16e3dc" providerId="ADAL" clId="{7C2EC8DF-E7B3-4F5A-B75A-D6EEB138F45A}" dt="2024-02-08T20:14:26.703" v="1299" actId="478"/>
          <ac:picMkLst>
            <pc:docMk/>
            <pc:sldMk cId="4183639496" sldId="288"/>
            <ac:picMk id="16" creationId="{376C7E6E-6F1A-9591-B1DD-3273A4EB380E}"/>
          </ac:picMkLst>
        </pc:picChg>
        <pc:picChg chg="del">
          <ac:chgData name="Sebastian Roldan Vasco" userId="31418594-e352-4801-9a96-51c3bb16e3dc" providerId="ADAL" clId="{7C2EC8DF-E7B3-4F5A-B75A-D6EEB138F45A}" dt="2024-02-08T20:04:59.548" v="1186" actId="478"/>
          <ac:picMkLst>
            <pc:docMk/>
            <pc:sldMk cId="4183639496" sldId="288"/>
            <ac:picMk id="5122" creationId="{52FBB8FB-E8B9-3014-165B-2941D4B9BA05}"/>
          </ac:picMkLst>
        </pc:picChg>
        <pc:picChg chg="add del mod">
          <ac:chgData name="Sebastian Roldan Vasco" userId="31418594-e352-4801-9a96-51c3bb16e3dc" providerId="ADAL" clId="{7C2EC8DF-E7B3-4F5A-B75A-D6EEB138F45A}" dt="2024-02-08T20:14:26.703" v="1299" actId="478"/>
          <ac:picMkLst>
            <pc:docMk/>
            <pc:sldMk cId="4183639496" sldId="288"/>
            <ac:picMk id="6146" creationId="{3160D62C-6E18-C30F-7B6D-15D7AE01BB4E}"/>
          </ac:picMkLst>
        </pc:picChg>
        <pc:cxnChg chg="add del mod">
          <ac:chgData name="Sebastian Roldan Vasco" userId="31418594-e352-4801-9a96-51c3bb16e3dc" providerId="ADAL" clId="{7C2EC8DF-E7B3-4F5A-B75A-D6EEB138F45A}" dt="2024-02-08T20:14:26.703" v="1299" actId="478"/>
          <ac:cxnSpMkLst>
            <pc:docMk/>
            <pc:sldMk cId="4183639496" sldId="288"/>
            <ac:cxnSpMk id="19" creationId="{B803C8CE-6CF9-EA45-0196-757B52F664C4}"/>
          </ac:cxnSpMkLst>
        </pc:cxnChg>
        <pc:cxnChg chg="add del mod">
          <ac:chgData name="Sebastian Roldan Vasco" userId="31418594-e352-4801-9a96-51c3bb16e3dc" providerId="ADAL" clId="{7C2EC8DF-E7B3-4F5A-B75A-D6EEB138F45A}" dt="2024-02-08T20:14:26.703" v="1299" actId="478"/>
          <ac:cxnSpMkLst>
            <pc:docMk/>
            <pc:sldMk cId="4183639496" sldId="288"/>
            <ac:cxnSpMk id="22" creationId="{AB18D852-F32E-165C-7AD9-21B8A40C26B4}"/>
          </ac:cxnSpMkLst>
        </pc:cxnChg>
      </pc:sldChg>
      <pc:sldChg chg="add">
        <pc:chgData name="Sebastian Roldan Vasco" userId="31418594-e352-4801-9a96-51c3bb16e3dc" providerId="ADAL" clId="{7C2EC8DF-E7B3-4F5A-B75A-D6EEB138F45A}" dt="2024-02-08T20:14:20.344" v="1298"/>
        <pc:sldMkLst>
          <pc:docMk/>
          <pc:sldMk cId="1738314979" sldId="289"/>
        </pc:sldMkLst>
      </pc:sldChg>
      <pc:sldChg chg="addSp delSp modSp add mod modAnim">
        <pc:chgData name="Sebastian Roldan Vasco" userId="31418594-e352-4801-9a96-51c3bb16e3dc" providerId="ADAL" clId="{7C2EC8DF-E7B3-4F5A-B75A-D6EEB138F45A}" dt="2024-02-08T20:15:51.286" v="1309" actId="255"/>
        <pc:sldMkLst>
          <pc:docMk/>
          <pc:sldMk cId="1960756350" sldId="290"/>
        </pc:sldMkLst>
        <pc:spChg chg="del">
          <ac:chgData name="Sebastian Roldan Vasco" userId="31418594-e352-4801-9a96-51c3bb16e3dc" providerId="ADAL" clId="{7C2EC8DF-E7B3-4F5A-B75A-D6EEB138F45A}" dt="2024-02-08T20:15:44.131" v="1307" actId="478"/>
          <ac:spMkLst>
            <pc:docMk/>
            <pc:sldMk cId="1960756350" sldId="290"/>
            <ac:spMk id="17" creationId="{77497786-ED4D-711E-7FB1-5422E898C5D7}"/>
          </ac:spMkLst>
        </pc:spChg>
        <pc:spChg chg="del">
          <ac:chgData name="Sebastian Roldan Vasco" userId="31418594-e352-4801-9a96-51c3bb16e3dc" providerId="ADAL" clId="{7C2EC8DF-E7B3-4F5A-B75A-D6EEB138F45A}" dt="2024-02-08T20:15:44.131" v="1307" actId="478"/>
          <ac:spMkLst>
            <pc:docMk/>
            <pc:sldMk cId="1960756350" sldId="290"/>
            <ac:spMk id="18" creationId="{ECD30F59-972F-715D-13FE-68464EFC5CFF}"/>
          </ac:spMkLst>
        </pc:spChg>
        <pc:spChg chg="del">
          <ac:chgData name="Sebastian Roldan Vasco" userId="31418594-e352-4801-9a96-51c3bb16e3dc" providerId="ADAL" clId="{7C2EC8DF-E7B3-4F5A-B75A-D6EEB138F45A}" dt="2024-02-08T20:15:44.131" v="1307" actId="478"/>
          <ac:spMkLst>
            <pc:docMk/>
            <pc:sldMk cId="1960756350" sldId="290"/>
            <ac:spMk id="20" creationId="{002506BF-ACE4-0C92-3324-AC61D93BBE21}"/>
          </ac:spMkLst>
        </pc:spChg>
        <pc:spChg chg="del">
          <ac:chgData name="Sebastian Roldan Vasco" userId="31418594-e352-4801-9a96-51c3bb16e3dc" providerId="ADAL" clId="{7C2EC8DF-E7B3-4F5A-B75A-D6EEB138F45A}" dt="2024-02-08T20:15:44.131" v="1307" actId="478"/>
          <ac:spMkLst>
            <pc:docMk/>
            <pc:sldMk cId="1960756350" sldId="290"/>
            <ac:spMk id="21" creationId="{3472BFEC-43D6-0BC0-EA69-A00FEE76CCF3}"/>
          </ac:spMkLst>
        </pc:spChg>
        <pc:spChg chg="add mod">
          <ac:chgData name="Sebastian Roldan Vasco" userId="31418594-e352-4801-9a96-51c3bb16e3dc" providerId="ADAL" clId="{7C2EC8DF-E7B3-4F5A-B75A-D6EEB138F45A}" dt="2024-02-08T20:15:51.286" v="1309" actId="255"/>
          <ac:spMkLst>
            <pc:docMk/>
            <pc:sldMk cId="1960756350" sldId="290"/>
            <ac:spMk id="28" creationId="{390400FC-E6E1-4145-FE16-12AACAB8DA9E}"/>
          </ac:spMkLst>
        </pc:spChg>
        <pc:picChg chg="del">
          <ac:chgData name="Sebastian Roldan Vasco" userId="31418594-e352-4801-9a96-51c3bb16e3dc" providerId="ADAL" clId="{7C2EC8DF-E7B3-4F5A-B75A-D6EEB138F45A}" dt="2024-02-08T20:15:44.131" v="1307" actId="478"/>
          <ac:picMkLst>
            <pc:docMk/>
            <pc:sldMk cId="1960756350" sldId="290"/>
            <ac:picMk id="7" creationId="{46D923AC-444B-E4F1-2F35-D053DA97FA0D}"/>
          </ac:picMkLst>
        </pc:picChg>
        <pc:picChg chg="del">
          <ac:chgData name="Sebastian Roldan Vasco" userId="31418594-e352-4801-9a96-51c3bb16e3dc" providerId="ADAL" clId="{7C2EC8DF-E7B3-4F5A-B75A-D6EEB138F45A}" dt="2024-02-08T20:15:44.131" v="1307" actId="478"/>
          <ac:picMkLst>
            <pc:docMk/>
            <pc:sldMk cId="1960756350" sldId="290"/>
            <ac:picMk id="10" creationId="{E41886E2-D56B-3AF4-FF0F-44E7E28A7446}"/>
          </ac:picMkLst>
        </pc:picChg>
        <pc:picChg chg="del">
          <ac:chgData name="Sebastian Roldan Vasco" userId="31418594-e352-4801-9a96-51c3bb16e3dc" providerId="ADAL" clId="{7C2EC8DF-E7B3-4F5A-B75A-D6EEB138F45A}" dt="2024-02-08T20:15:44.131" v="1307" actId="478"/>
          <ac:picMkLst>
            <pc:docMk/>
            <pc:sldMk cId="1960756350" sldId="290"/>
            <ac:picMk id="12" creationId="{5F3F64D0-693B-A59C-DD3F-77C8A5F3F26D}"/>
          </ac:picMkLst>
        </pc:picChg>
        <pc:picChg chg="del">
          <ac:chgData name="Sebastian Roldan Vasco" userId="31418594-e352-4801-9a96-51c3bb16e3dc" providerId="ADAL" clId="{7C2EC8DF-E7B3-4F5A-B75A-D6EEB138F45A}" dt="2024-02-08T20:15:44.131" v="1307" actId="478"/>
          <ac:picMkLst>
            <pc:docMk/>
            <pc:sldMk cId="1960756350" sldId="290"/>
            <ac:picMk id="13" creationId="{D47EDC1B-9188-D907-6FC1-5B71931C6860}"/>
          </ac:picMkLst>
        </pc:picChg>
        <pc:picChg chg="del">
          <ac:chgData name="Sebastian Roldan Vasco" userId="31418594-e352-4801-9a96-51c3bb16e3dc" providerId="ADAL" clId="{7C2EC8DF-E7B3-4F5A-B75A-D6EEB138F45A}" dt="2024-02-08T20:15:44.131" v="1307" actId="478"/>
          <ac:picMkLst>
            <pc:docMk/>
            <pc:sldMk cId="1960756350" sldId="290"/>
            <ac:picMk id="14" creationId="{D90E3819-7D85-CF07-CC3C-1396C164E35D}"/>
          </ac:picMkLst>
        </pc:picChg>
        <pc:picChg chg="del">
          <ac:chgData name="Sebastian Roldan Vasco" userId="31418594-e352-4801-9a96-51c3bb16e3dc" providerId="ADAL" clId="{7C2EC8DF-E7B3-4F5A-B75A-D6EEB138F45A}" dt="2024-02-08T20:15:44.131" v="1307" actId="478"/>
          <ac:picMkLst>
            <pc:docMk/>
            <pc:sldMk cId="1960756350" sldId="290"/>
            <ac:picMk id="15" creationId="{30287765-6694-EFB7-3340-ADDEE3147AE9}"/>
          </ac:picMkLst>
        </pc:picChg>
        <pc:picChg chg="del">
          <ac:chgData name="Sebastian Roldan Vasco" userId="31418594-e352-4801-9a96-51c3bb16e3dc" providerId="ADAL" clId="{7C2EC8DF-E7B3-4F5A-B75A-D6EEB138F45A}" dt="2024-02-08T20:15:44.131" v="1307" actId="478"/>
          <ac:picMkLst>
            <pc:docMk/>
            <pc:sldMk cId="1960756350" sldId="290"/>
            <ac:picMk id="16" creationId="{376C7E6E-6F1A-9591-B1DD-3273A4EB380E}"/>
          </ac:picMkLst>
        </pc:picChg>
        <pc:picChg chg="add mod">
          <ac:chgData name="Sebastian Roldan Vasco" userId="31418594-e352-4801-9a96-51c3bb16e3dc" providerId="ADAL" clId="{7C2EC8DF-E7B3-4F5A-B75A-D6EEB138F45A}" dt="2024-02-08T20:15:45.096" v="1308"/>
          <ac:picMkLst>
            <pc:docMk/>
            <pc:sldMk cId="1960756350" sldId="290"/>
            <ac:picMk id="23" creationId="{BE0727CA-FBCF-9A0E-AA90-A728A9E3B641}"/>
          </ac:picMkLst>
        </pc:picChg>
        <pc:picChg chg="add mod">
          <ac:chgData name="Sebastian Roldan Vasco" userId="31418594-e352-4801-9a96-51c3bb16e3dc" providerId="ADAL" clId="{7C2EC8DF-E7B3-4F5A-B75A-D6EEB138F45A}" dt="2024-02-08T20:15:45.096" v="1308"/>
          <ac:picMkLst>
            <pc:docMk/>
            <pc:sldMk cId="1960756350" sldId="290"/>
            <ac:picMk id="24" creationId="{1EDF8FF6-3C9B-4431-E5F6-F75C7B2A3C88}"/>
          </ac:picMkLst>
        </pc:picChg>
        <pc:picChg chg="add mod">
          <ac:chgData name="Sebastian Roldan Vasco" userId="31418594-e352-4801-9a96-51c3bb16e3dc" providerId="ADAL" clId="{7C2EC8DF-E7B3-4F5A-B75A-D6EEB138F45A}" dt="2024-02-08T20:15:45.096" v="1308"/>
          <ac:picMkLst>
            <pc:docMk/>
            <pc:sldMk cId="1960756350" sldId="290"/>
            <ac:picMk id="25" creationId="{A4E6F9F0-BF2A-9DBC-9940-8509F1BADB3E}"/>
          </ac:picMkLst>
        </pc:picChg>
        <pc:picChg chg="add mod">
          <ac:chgData name="Sebastian Roldan Vasco" userId="31418594-e352-4801-9a96-51c3bb16e3dc" providerId="ADAL" clId="{7C2EC8DF-E7B3-4F5A-B75A-D6EEB138F45A}" dt="2024-02-08T20:15:45.096" v="1308"/>
          <ac:picMkLst>
            <pc:docMk/>
            <pc:sldMk cId="1960756350" sldId="290"/>
            <ac:picMk id="26" creationId="{A083EA12-C706-5813-A839-5D71EA41E7D9}"/>
          </ac:picMkLst>
        </pc:picChg>
        <pc:picChg chg="add mod">
          <ac:chgData name="Sebastian Roldan Vasco" userId="31418594-e352-4801-9a96-51c3bb16e3dc" providerId="ADAL" clId="{7C2EC8DF-E7B3-4F5A-B75A-D6EEB138F45A}" dt="2024-02-08T20:15:45.096" v="1308"/>
          <ac:picMkLst>
            <pc:docMk/>
            <pc:sldMk cId="1960756350" sldId="290"/>
            <ac:picMk id="27" creationId="{9AF85779-AC21-1446-E170-DB6940696BB9}"/>
          </ac:picMkLst>
        </pc:picChg>
        <pc:picChg chg="del">
          <ac:chgData name="Sebastian Roldan Vasco" userId="31418594-e352-4801-9a96-51c3bb16e3dc" providerId="ADAL" clId="{7C2EC8DF-E7B3-4F5A-B75A-D6EEB138F45A}" dt="2024-02-08T20:15:44.131" v="1307" actId="478"/>
          <ac:picMkLst>
            <pc:docMk/>
            <pc:sldMk cId="1960756350" sldId="290"/>
            <ac:picMk id="6146" creationId="{3160D62C-6E18-C30F-7B6D-15D7AE01BB4E}"/>
          </ac:picMkLst>
        </pc:picChg>
        <pc:cxnChg chg="del">
          <ac:chgData name="Sebastian Roldan Vasco" userId="31418594-e352-4801-9a96-51c3bb16e3dc" providerId="ADAL" clId="{7C2EC8DF-E7B3-4F5A-B75A-D6EEB138F45A}" dt="2024-02-08T20:15:44.131" v="1307" actId="478"/>
          <ac:cxnSpMkLst>
            <pc:docMk/>
            <pc:sldMk cId="1960756350" sldId="290"/>
            <ac:cxnSpMk id="19" creationId="{B803C8CE-6CF9-EA45-0196-757B52F664C4}"/>
          </ac:cxnSpMkLst>
        </pc:cxnChg>
        <pc:cxnChg chg="del">
          <ac:chgData name="Sebastian Roldan Vasco" userId="31418594-e352-4801-9a96-51c3bb16e3dc" providerId="ADAL" clId="{7C2EC8DF-E7B3-4F5A-B75A-D6EEB138F45A}" dt="2024-02-08T20:15:44.131" v="1307" actId="478"/>
          <ac:cxnSpMkLst>
            <pc:docMk/>
            <pc:sldMk cId="1960756350" sldId="290"/>
            <ac:cxnSpMk id="22" creationId="{AB18D852-F32E-165C-7AD9-21B8A40C26B4}"/>
          </ac:cxnSpMkLst>
        </pc:cxnChg>
      </pc:sldChg>
      <pc:sldChg chg="modSp add mod ord">
        <pc:chgData name="Sebastian Roldan Vasco" userId="31418594-e352-4801-9a96-51c3bb16e3dc" providerId="ADAL" clId="{7C2EC8DF-E7B3-4F5A-B75A-D6EEB138F45A}" dt="2024-02-08T21:51:51.049" v="1864" actId="20577"/>
        <pc:sldMkLst>
          <pc:docMk/>
          <pc:sldMk cId="3690142705" sldId="291"/>
        </pc:sldMkLst>
        <pc:spChg chg="mod">
          <ac:chgData name="Sebastian Roldan Vasco" userId="31418594-e352-4801-9a96-51c3bb16e3dc" providerId="ADAL" clId="{7C2EC8DF-E7B3-4F5A-B75A-D6EEB138F45A}" dt="2024-02-08T21:51:51.049" v="1864" actId="20577"/>
          <ac:spMkLst>
            <pc:docMk/>
            <pc:sldMk cId="3690142705" sldId="291"/>
            <ac:spMk id="2" creationId="{EEE4E894-B59A-24BB-5BCE-5E23F95BBCB5}"/>
          </ac:spMkLst>
        </pc:spChg>
        <pc:spChg chg="mod">
          <ac:chgData name="Sebastian Roldan Vasco" userId="31418594-e352-4801-9a96-51c3bb16e3dc" providerId="ADAL" clId="{7C2EC8DF-E7B3-4F5A-B75A-D6EEB138F45A}" dt="2024-02-08T21:51:32.978" v="1839" actId="20577"/>
          <ac:spMkLst>
            <pc:docMk/>
            <pc:sldMk cId="3690142705" sldId="291"/>
            <ac:spMk id="29" creationId="{6AC68074-5EB2-650C-5D42-A21B69BEADC5}"/>
          </ac:spMkLst>
        </pc:spChg>
      </pc:sldChg>
      <pc:sldChg chg="addSp delSp modSp add mod">
        <pc:chgData name="Sebastian Roldan Vasco" userId="31418594-e352-4801-9a96-51c3bb16e3dc" providerId="ADAL" clId="{7C2EC8DF-E7B3-4F5A-B75A-D6EEB138F45A}" dt="2024-02-08T22:05:29.598" v="1943" actId="1076"/>
        <pc:sldMkLst>
          <pc:docMk/>
          <pc:sldMk cId="1641761397" sldId="292"/>
        </pc:sldMkLst>
        <pc:spChg chg="mod">
          <ac:chgData name="Sebastian Roldan Vasco" userId="31418594-e352-4801-9a96-51c3bb16e3dc" providerId="ADAL" clId="{7C2EC8DF-E7B3-4F5A-B75A-D6EEB138F45A}" dt="2024-02-08T21:52:59.195" v="1877" actId="20577"/>
          <ac:spMkLst>
            <pc:docMk/>
            <pc:sldMk cId="1641761397" sldId="292"/>
            <ac:spMk id="2" creationId="{EEE4E894-B59A-24BB-5BCE-5E23F95BBCB5}"/>
          </ac:spMkLst>
        </pc:spChg>
        <pc:spChg chg="add mod">
          <ac:chgData name="Sebastian Roldan Vasco" userId="31418594-e352-4801-9a96-51c3bb16e3dc" providerId="ADAL" clId="{7C2EC8DF-E7B3-4F5A-B75A-D6EEB138F45A}" dt="2024-02-08T22:05:29.598" v="1943" actId="1076"/>
          <ac:spMkLst>
            <pc:docMk/>
            <pc:sldMk cId="1641761397" sldId="292"/>
            <ac:spMk id="13" creationId="{FAEA902D-26CC-0250-F375-268DC63AF782}"/>
          </ac:spMkLst>
        </pc:spChg>
        <pc:spChg chg="mod">
          <ac:chgData name="Sebastian Roldan Vasco" userId="31418594-e352-4801-9a96-51c3bb16e3dc" providerId="ADAL" clId="{7C2EC8DF-E7B3-4F5A-B75A-D6EEB138F45A}" dt="2024-02-08T22:05:20.597" v="1940" actId="6549"/>
          <ac:spMkLst>
            <pc:docMk/>
            <pc:sldMk cId="1641761397" sldId="292"/>
            <ac:spMk id="29" creationId="{6AC68074-5EB2-650C-5D42-A21B69BEADC5}"/>
          </ac:spMkLst>
        </pc:spChg>
        <pc:picChg chg="add del mod">
          <ac:chgData name="Sebastian Roldan Vasco" userId="31418594-e352-4801-9a96-51c3bb16e3dc" providerId="ADAL" clId="{7C2EC8DF-E7B3-4F5A-B75A-D6EEB138F45A}" dt="2024-02-08T22:04:09.382" v="1931" actId="478"/>
          <ac:picMkLst>
            <pc:docMk/>
            <pc:sldMk cId="1641761397" sldId="292"/>
            <ac:picMk id="5" creationId="{54102D60-0C45-59C2-FE3F-F808FE4A7DB2}"/>
          </ac:picMkLst>
        </pc:picChg>
        <pc:picChg chg="add del mod">
          <ac:chgData name="Sebastian Roldan Vasco" userId="31418594-e352-4801-9a96-51c3bb16e3dc" providerId="ADAL" clId="{7C2EC8DF-E7B3-4F5A-B75A-D6EEB138F45A}" dt="2024-02-08T22:05:22.168" v="1941" actId="478"/>
          <ac:picMkLst>
            <pc:docMk/>
            <pc:sldMk cId="1641761397" sldId="292"/>
            <ac:picMk id="7" creationId="{1C7200DC-7A29-5428-3D06-C85501F58DCB}"/>
          </ac:picMkLst>
        </pc:picChg>
        <pc:picChg chg="add del mod">
          <ac:chgData name="Sebastian Roldan Vasco" userId="31418594-e352-4801-9a96-51c3bb16e3dc" providerId="ADAL" clId="{7C2EC8DF-E7B3-4F5A-B75A-D6EEB138F45A}" dt="2024-02-08T22:05:23.619" v="1942" actId="478"/>
          <ac:picMkLst>
            <pc:docMk/>
            <pc:sldMk cId="1641761397" sldId="292"/>
            <ac:picMk id="9" creationId="{29926E60-6166-C930-533D-F37CEFD3050C}"/>
          </ac:picMkLst>
        </pc:picChg>
        <pc:picChg chg="add mod">
          <ac:chgData name="Sebastian Roldan Vasco" userId="31418594-e352-4801-9a96-51c3bb16e3dc" providerId="ADAL" clId="{7C2EC8DF-E7B3-4F5A-B75A-D6EEB138F45A}" dt="2024-02-08T22:05:29.598" v="1943" actId="1076"/>
          <ac:picMkLst>
            <pc:docMk/>
            <pc:sldMk cId="1641761397" sldId="292"/>
            <ac:picMk id="11" creationId="{53BEE7C2-D3C4-0E7B-ED42-4EBA02011091}"/>
          </ac:picMkLst>
        </pc:picChg>
      </pc:sldChg>
      <pc:sldChg chg="addSp modSp add mod ord">
        <pc:chgData name="Sebastian Roldan Vasco" userId="31418594-e352-4801-9a96-51c3bb16e3dc" providerId="ADAL" clId="{7C2EC8DF-E7B3-4F5A-B75A-D6EEB138F45A}" dt="2024-02-08T22:03:50.710" v="1929" actId="6549"/>
        <pc:sldMkLst>
          <pc:docMk/>
          <pc:sldMk cId="442996023" sldId="293"/>
        </pc:sldMkLst>
        <pc:spChg chg="mod">
          <ac:chgData name="Sebastian Roldan Vasco" userId="31418594-e352-4801-9a96-51c3bb16e3dc" providerId="ADAL" clId="{7C2EC8DF-E7B3-4F5A-B75A-D6EEB138F45A}" dt="2024-02-08T22:03:50.710" v="1929" actId="6549"/>
          <ac:spMkLst>
            <pc:docMk/>
            <pc:sldMk cId="442996023" sldId="293"/>
            <ac:spMk id="29" creationId="{6AC68074-5EB2-650C-5D42-A21B69BEADC5}"/>
          </ac:spMkLst>
        </pc:spChg>
        <pc:picChg chg="mod">
          <ac:chgData name="Sebastian Roldan Vasco" userId="31418594-e352-4801-9a96-51c3bb16e3dc" providerId="ADAL" clId="{7C2EC8DF-E7B3-4F5A-B75A-D6EEB138F45A}" dt="2024-02-08T22:03:10.523" v="1924" actId="1076"/>
          <ac:picMkLst>
            <pc:docMk/>
            <pc:sldMk cId="442996023" sldId="293"/>
            <ac:picMk id="7" creationId="{1C7200DC-7A29-5428-3D06-C85501F58DCB}"/>
          </ac:picMkLst>
        </pc:picChg>
        <pc:picChg chg="add mod">
          <ac:chgData name="Sebastian Roldan Vasco" userId="31418594-e352-4801-9a96-51c3bb16e3dc" providerId="ADAL" clId="{7C2EC8DF-E7B3-4F5A-B75A-D6EEB138F45A}" dt="2024-02-08T22:03:08.940" v="1923" actId="1076"/>
          <ac:picMkLst>
            <pc:docMk/>
            <pc:sldMk cId="442996023" sldId="293"/>
            <ac:picMk id="8" creationId="{98634347-0162-1A3A-C334-6DD440ADEDAB}"/>
          </ac:picMkLst>
        </pc:picChg>
        <pc:picChg chg="mod">
          <ac:chgData name="Sebastian Roldan Vasco" userId="31418594-e352-4801-9a96-51c3bb16e3dc" providerId="ADAL" clId="{7C2EC8DF-E7B3-4F5A-B75A-D6EEB138F45A}" dt="2024-02-08T22:03:11.852" v="1925" actId="1076"/>
          <ac:picMkLst>
            <pc:docMk/>
            <pc:sldMk cId="442996023" sldId="293"/>
            <ac:picMk id="9" creationId="{29926E60-6166-C930-533D-F37CEFD3050C}"/>
          </ac:picMkLst>
        </pc:picChg>
      </pc:sldChg>
      <pc:sldChg chg="addSp delSp modSp add mod">
        <pc:chgData name="Sebastian Roldan Vasco" userId="31418594-e352-4801-9a96-51c3bb16e3dc" providerId="ADAL" clId="{7C2EC8DF-E7B3-4F5A-B75A-D6EEB138F45A}" dt="2024-02-08T22:07:17.591" v="1957" actId="1076"/>
        <pc:sldMkLst>
          <pc:docMk/>
          <pc:sldMk cId="2690410474" sldId="294"/>
        </pc:sldMkLst>
        <pc:spChg chg="add mod">
          <ac:chgData name="Sebastian Roldan Vasco" userId="31418594-e352-4801-9a96-51c3bb16e3dc" providerId="ADAL" clId="{7C2EC8DF-E7B3-4F5A-B75A-D6EEB138F45A}" dt="2024-02-08T22:07:17.591" v="1957" actId="1076"/>
          <ac:spMkLst>
            <pc:docMk/>
            <pc:sldMk cId="2690410474" sldId="294"/>
            <ac:spMk id="8" creationId="{DFA68D6F-3153-B0E2-A2FA-D92B343802FE}"/>
          </ac:spMkLst>
        </pc:spChg>
        <pc:spChg chg="del">
          <ac:chgData name="Sebastian Roldan Vasco" userId="31418594-e352-4801-9a96-51c3bb16e3dc" providerId="ADAL" clId="{7C2EC8DF-E7B3-4F5A-B75A-D6EEB138F45A}" dt="2024-02-08T22:05:51.963" v="1947" actId="478"/>
          <ac:spMkLst>
            <pc:docMk/>
            <pc:sldMk cId="2690410474" sldId="294"/>
            <ac:spMk id="13" creationId="{FAEA902D-26CC-0250-F375-268DC63AF782}"/>
          </ac:spMkLst>
        </pc:spChg>
        <pc:spChg chg="mod">
          <ac:chgData name="Sebastian Roldan Vasco" userId="31418594-e352-4801-9a96-51c3bb16e3dc" providerId="ADAL" clId="{7C2EC8DF-E7B3-4F5A-B75A-D6EEB138F45A}" dt="2024-02-08T22:05:45.789" v="1945"/>
          <ac:spMkLst>
            <pc:docMk/>
            <pc:sldMk cId="2690410474" sldId="294"/>
            <ac:spMk id="29" creationId="{6AC68074-5EB2-650C-5D42-A21B69BEADC5}"/>
          </ac:spMkLst>
        </pc:spChg>
        <pc:picChg chg="add mod">
          <ac:chgData name="Sebastian Roldan Vasco" userId="31418594-e352-4801-9a96-51c3bb16e3dc" providerId="ADAL" clId="{7C2EC8DF-E7B3-4F5A-B75A-D6EEB138F45A}" dt="2024-02-08T22:06:43.008" v="1949" actId="14100"/>
          <ac:picMkLst>
            <pc:docMk/>
            <pc:sldMk cId="2690410474" sldId="294"/>
            <ac:picMk id="7" creationId="{7AB19DE3-9CAA-C241-4DB4-C6B0A328F3E4}"/>
          </ac:picMkLst>
        </pc:picChg>
        <pc:picChg chg="add mod">
          <ac:chgData name="Sebastian Roldan Vasco" userId="31418594-e352-4801-9a96-51c3bb16e3dc" providerId="ADAL" clId="{7C2EC8DF-E7B3-4F5A-B75A-D6EEB138F45A}" dt="2024-02-08T22:06:48.038" v="1951" actId="14100"/>
          <ac:picMkLst>
            <pc:docMk/>
            <pc:sldMk cId="2690410474" sldId="294"/>
            <ac:picMk id="9" creationId="{A774015E-4B70-8EDA-7E63-10AA2DD4C87A}"/>
          </ac:picMkLst>
        </pc:picChg>
        <pc:picChg chg="del">
          <ac:chgData name="Sebastian Roldan Vasco" userId="31418594-e352-4801-9a96-51c3bb16e3dc" providerId="ADAL" clId="{7C2EC8DF-E7B3-4F5A-B75A-D6EEB138F45A}" dt="2024-02-08T22:05:49.219" v="1946" actId="478"/>
          <ac:picMkLst>
            <pc:docMk/>
            <pc:sldMk cId="2690410474" sldId="294"/>
            <ac:picMk id="11" creationId="{53BEE7C2-D3C4-0E7B-ED42-4EBA02011091}"/>
          </ac:picMkLst>
        </pc:picChg>
      </pc:sldChg>
      <pc:sldChg chg="addSp delSp modSp add mod">
        <pc:chgData name="Sebastian Roldan Vasco" userId="31418594-e352-4801-9a96-51c3bb16e3dc" providerId="ADAL" clId="{7C2EC8DF-E7B3-4F5A-B75A-D6EEB138F45A}" dt="2024-02-08T22:24:24.932" v="2036" actId="14100"/>
        <pc:sldMkLst>
          <pc:docMk/>
          <pc:sldMk cId="3020390684" sldId="295"/>
        </pc:sldMkLst>
        <pc:spChg chg="mod">
          <ac:chgData name="Sebastian Roldan Vasco" userId="31418594-e352-4801-9a96-51c3bb16e3dc" providerId="ADAL" clId="{7C2EC8DF-E7B3-4F5A-B75A-D6EEB138F45A}" dt="2024-02-08T22:19:07.050" v="1980" actId="20577"/>
          <ac:spMkLst>
            <pc:docMk/>
            <pc:sldMk cId="3020390684" sldId="295"/>
            <ac:spMk id="2" creationId="{EEE4E894-B59A-24BB-5BCE-5E23F95BBCB5}"/>
          </ac:spMkLst>
        </pc:spChg>
        <pc:spChg chg="del">
          <ac:chgData name="Sebastian Roldan Vasco" userId="31418594-e352-4801-9a96-51c3bb16e3dc" providerId="ADAL" clId="{7C2EC8DF-E7B3-4F5A-B75A-D6EEB138F45A}" dt="2024-02-08T22:19:15.473" v="1983" actId="478"/>
          <ac:spMkLst>
            <pc:docMk/>
            <pc:sldMk cId="3020390684" sldId="295"/>
            <ac:spMk id="8" creationId="{DFA68D6F-3153-B0E2-A2FA-D92B343802FE}"/>
          </ac:spMkLst>
        </pc:spChg>
        <pc:spChg chg="mod">
          <ac:chgData name="Sebastian Roldan Vasco" userId="31418594-e352-4801-9a96-51c3bb16e3dc" providerId="ADAL" clId="{7C2EC8DF-E7B3-4F5A-B75A-D6EEB138F45A}" dt="2024-02-08T22:22:48.240" v="2033" actId="27636"/>
          <ac:spMkLst>
            <pc:docMk/>
            <pc:sldMk cId="3020390684" sldId="295"/>
            <ac:spMk id="29" creationId="{6AC68074-5EB2-650C-5D42-A21B69BEADC5}"/>
          </ac:spMkLst>
        </pc:spChg>
        <pc:picChg chg="add mod">
          <ac:chgData name="Sebastian Roldan Vasco" userId="31418594-e352-4801-9a96-51c3bb16e3dc" providerId="ADAL" clId="{7C2EC8DF-E7B3-4F5A-B75A-D6EEB138F45A}" dt="2024-02-08T22:24:24.932" v="2036" actId="14100"/>
          <ac:picMkLst>
            <pc:docMk/>
            <pc:sldMk cId="3020390684" sldId="295"/>
            <ac:picMk id="5" creationId="{9E64E5F1-69C9-ED39-52F7-F8D80336B112}"/>
          </ac:picMkLst>
        </pc:picChg>
        <pc:picChg chg="del">
          <ac:chgData name="Sebastian Roldan Vasco" userId="31418594-e352-4801-9a96-51c3bb16e3dc" providerId="ADAL" clId="{7C2EC8DF-E7B3-4F5A-B75A-D6EEB138F45A}" dt="2024-02-08T22:19:12.256" v="1981" actId="478"/>
          <ac:picMkLst>
            <pc:docMk/>
            <pc:sldMk cId="3020390684" sldId="295"/>
            <ac:picMk id="7" creationId="{7AB19DE3-9CAA-C241-4DB4-C6B0A328F3E4}"/>
          </ac:picMkLst>
        </pc:picChg>
        <pc:picChg chg="del">
          <ac:chgData name="Sebastian Roldan Vasco" userId="31418594-e352-4801-9a96-51c3bb16e3dc" providerId="ADAL" clId="{7C2EC8DF-E7B3-4F5A-B75A-D6EEB138F45A}" dt="2024-02-08T22:19:13.463" v="1982" actId="478"/>
          <ac:picMkLst>
            <pc:docMk/>
            <pc:sldMk cId="3020390684" sldId="295"/>
            <ac:picMk id="9" creationId="{A774015E-4B70-8EDA-7E63-10AA2DD4C87A}"/>
          </ac:picMkLst>
        </pc:picChg>
      </pc:sldChg>
      <pc:sldChg chg="addSp delSp modSp add mod">
        <pc:chgData name="Sebastian Roldan Vasco" userId="31418594-e352-4801-9a96-51c3bb16e3dc" providerId="ADAL" clId="{7C2EC8DF-E7B3-4F5A-B75A-D6EEB138F45A}" dt="2024-02-08T22:27:20.551" v="2071" actId="1076"/>
        <pc:sldMkLst>
          <pc:docMk/>
          <pc:sldMk cId="3028387548" sldId="296"/>
        </pc:sldMkLst>
        <pc:spChg chg="mod">
          <ac:chgData name="Sebastian Roldan Vasco" userId="31418594-e352-4801-9a96-51c3bb16e3dc" providerId="ADAL" clId="{7C2EC8DF-E7B3-4F5A-B75A-D6EEB138F45A}" dt="2024-02-08T22:26:21.984" v="2066" actId="20577"/>
          <ac:spMkLst>
            <pc:docMk/>
            <pc:sldMk cId="3028387548" sldId="296"/>
            <ac:spMk id="29" creationId="{6AC68074-5EB2-650C-5D42-A21B69BEADC5}"/>
          </ac:spMkLst>
        </pc:spChg>
        <pc:picChg chg="del">
          <ac:chgData name="Sebastian Roldan Vasco" userId="31418594-e352-4801-9a96-51c3bb16e3dc" providerId="ADAL" clId="{7C2EC8DF-E7B3-4F5A-B75A-D6EEB138F45A}" dt="2024-02-08T22:24:43.798" v="2038" actId="478"/>
          <ac:picMkLst>
            <pc:docMk/>
            <pc:sldMk cId="3028387548" sldId="296"/>
            <ac:picMk id="5" creationId="{9E64E5F1-69C9-ED39-52F7-F8D80336B112}"/>
          </ac:picMkLst>
        </pc:picChg>
        <pc:picChg chg="add mod">
          <ac:chgData name="Sebastian Roldan Vasco" userId="31418594-e352-4801-9a96-51c3bb16e3dc" providerId="ADAL" clId="{7C2EC8DF-E7B3-4F5A-B75A-D6EEB138F45A}" dt="2024-02-08T22:25:49.359" v="2054" actId="1076"/>
          <ac:picMkLst>
            <pc:docMk/>
            <pc:sldMk cId="3028387548" sldId="296"/>
            <ac:picMk id="6" creationId="{822977E4-4632-C16F-58D5-E02E138E3021}"/>
          </ac:picMkLst>
        </pc:picChg>
        <pc:picChg chg="add mod">
          <ac:chgData name="Sebastian Roldan Vasco" userId="31418594-e352-4801-9a96-51c3bb16e3dc" providerId="ADAL" clId="{7C2EC8DF-E7B3-4F5A-B75A-D6EEB138F45A}" dt="2024-02-08T22:27:20.551" v="2071" actId="1076"/>
          <ac:picMkLst>
            <pc:docMk/>
            <pc:sldMk cId="3028387548" sldId="296"/>
            <ac:picMk id="8" creationId="{897505F5-4687-409C-4461-DD4465CB7454}"/>
          </ac:picMkLst>
        </pc:picChg>
      </pc:sldChg>
      <pc:sldChg chg="addSp delSp modSp add mod">
        <pc:chgData name="Sebastian Roldan Vasco" userId="31418594-e352-4801-9a96-51c3bb16e3dc" providerId="ADAL" clId="{7C2EC8DF-E7B3-4F5A-B75A-D6EEB138F45A}" dt="2024-02-08T22:33:12.644" v="2109" actId="1076"/>
        <pc:sldMkLst>
          <pc:docMk/>
          <pc:sldMk cId="4251694477" sldId="297"/>
        </pc:sldMkLst>
        <pc:spChg chg="mod">
          <ac:chgData name="Sebastian Roldan Vasco" userId="31418594-e352-4801-9a96-51c3bb16e3dc" providerId="ADAL" clId="{7C2EC8DF-E7B3-4F5A-B75A-D6EEB138F45A}" dt="2024-02-08T22:32:51.850" v="2105"/>
          <ac:spMkLst>
            <pc:docMk/>
            <pc:sldMk cId="4251694477" sldId="297"/>
            <ac:spMk id="29" creationId="{6AC68074-5EB2-650C-5D42-A21B69BEADC5}"/>
          </ac:spMkLst>
        </pc:spChg>
        <pc:picChg chg="add mod">
          <ac:chgData name="Sebastian Roldan Vasco" userId="31418594-e352-4801-9a96-51c3bb16e3dc" providerId="ADAL" clId="{7C2EC8DF-E7B3-4F5A-B75A-D6EEB138F45A}" dt="2024-02-08T22:32:11.865" v="2092" actId="1076"/>
          <ac:picMkLst>
            <pc:docMk/>
            <pc:sldMk cId="4251694477" sldId="297"/>
            <ac:picMk id="5" creationId="{012CFE78-0457-D5E4-DA20-C33525ED7CDA}"/>
          </ac:picMkLst>
        </pc:picChg>
        <pc:picChg chg="del">
          <ac:chgData name="Sebastian Roldan Vasco" userId="31418594-e352-4801-9a96-51c3bb16e3dc" providerId="ADAL" clId="{7C2EC8DF-E7B3-4F5A-B75A-D6EEB138F45A}" dt="2024-02-08T22:32:01.148" v="2084" actId="478"/>
          <ac:picMkLst>
            <pc:docMk/>
            <pc:sldMk cId="4251694477" sldId="297"/>
            <ac:picMk id="6" creationId="{822977E4-4632-C16F-58D5-E02E138E3021}"/>
          </ac:picMkLst>
        </pc:picChg>
        <pc:picChg chg="del">
          <ac:chgData name="Sebastian Roldan Vasco" userId="31418594-e352-4801-9a96-51c3bb16e3dc" providerId="ADAL" clId="{7C2EC8DF-E7B3-4F5A-B75A-D6EEB138F45A}" dt="2024-02-08T22:32:12.806" v="2093" actId="478"/>
          <ac:picMkLst>
            <pc:docMk/>
            <pc:sldMk cId="4251694477" sldId="297"/>
            <ac:picMk id="8" creationId="{897505F5-4687-409C-4461-DD4465CB7454}"/>
          </ac:picMkLst>
        </pc:picChg>
        <pc:picChg chg="add mod">
          <ac:chgData name="Sebastian Roldan Vasco" userId="31418594-e352-4801-9a96-51c3bb16e3dc" providerId="ADAL" clId="{7C2EC8DF-E7B3-4F5A-B75A-D6EEB138F45A}" dt="2024-02-08T22:33:12.644" v="2109" actId="1076"/>
          <ac:picMkLst>
            <pc:docMk/>
            <pc:sldMk cId="4251694477" sldId="297"/>
            <ac:picMk id="9" creationId="{16E66605-E57E-9578-AE1F-F23C9F9D1CAF}"/>
          </ac:picMkLst>
        </pc:picChg>
      </pc:sldChg>
      <pc:sldChg chg="addSp delSp modSp add mod">
        <pc:chgData name="Sebastian Roldan Vasco" userId="31418594-e352-4801-9a96-51c3bb16e3dc" providerId="ADAL" clId="{7C2EC8DF-E7B3-4F5A-B75A-D6EEB138F45A}" dt="2024-02-08T22:44:22.852" v="2157" actId="20577"/>
        <pc:sldMkLst>
          <pc:docMk/>
          <pc:sldMk cId="3942679501" sldId="298"/>
        </pc:sldMkLst>
        <pc:spChg chg="mod">
          <ac:chgData name="Sebastian Roldan Vasco" userId="31418594-e352-4801-9a96-51c3bb16e3dc" providerId="ADAL" clId="{7C2EC8DF-E7B3-4F5A-B75A-D6EEB138F45A}" dt="2024-02-08T22:38:48.587" v="2124" actId="20577"/>
          <ac:spMkLst>
            <pc:docMk/>
            <pc:sldMk cId="3942679501" sldId="298"/>
            <ac:spMk id="2" creationId="{EEE4E894-B59A-24BB-5BCE-5E23F95BBCB5}"/>
          </ac:spMkLst>
        </pc:spChg>
        <pc:spChg chg="del">
          <ac:chgData name="Sebastian Roldan Vasco" userId="31418594-e352-4801-9a96-51c3bb16e3dc" providerId="ADAL" clId="{7C2EC8DF-E7B3-4F5A-B75A-D6EEB138F45A}" dt="2024-02-08T22:38:58.710" v="2127" actId="478"/>
          <ac:spMkLst>
            <pc:docMk/>
            <pc:sldMk cId="3942679501" sldId="298"/>
            <ac:spMk id="8" creationId="{DFA68D6F-3153-B0E2-A2FA-D92B343802FE}"/>
          </ac:spMkLst>
        </pc:spChg>
        <pc:spChg chg="mod">
          <ac:chgData name="Sebastian Roldan Vasco" userId="31418594-e352-4801-9a96-51c3bb16e3dc" providerId="ADAL" clId="{7C2EC8DF-E7B3-4F5A-B75A-D6EEB138F45A}" dt="2024-02-08T22:44:22.852" v="2157" actId="20577"/>
          <ac:spMkLst>
            <pc:docMk/>
            <pc:sldMk cId="3942679501" sldId="298"/>
            <ac:spMk id="29" creationId="{6AC68074-5EB2-650C-5D42-A21B69BEADC5}"/>
          </ac:spMkLst>
        </pc:spChg>
        <pc:picChg chg="add mod">
          <ac:chgData name="Sebastian Roldan Vasco" userId="31418594-e352-4801-9a96-51c3bb16e3dc" providerId="ADAL" clId="{7C2EC8DF-E7B3-4F5A-B75A-D6EEB138F45A}" dt="2024-02-08T22:39:57.195" v="2138" actId="1076"/>
          <ac:picMkLst>
            <pc:docMk/>
            <pc:sldMk cId="3942679501" sldId="298"/>
            <ac:picMk id="5" creationId="{04B92E5D-D495-9576-01AD-CFCA7A53FDDE}"/>
          </ac:picMkLst>
        </pc:picChg>
        <pc:picChg chg="del">
          <ac:chgData name="Sebastian Roldan Vasco" userId="31418594-e352-4801-9a96-51c3bb16e3dc" providerId="ADAL" clId="{7C2EC8DF-E7B3-4F5A-B75A-D6EEB138F45A}" dt="2024-02-08T22:38:54.925" v="2125" actId="478"/>
          <ac:picMkLst>
            <pc:docMk/>
            <pc:sldMk cId="3942679501" sldId="298"/>
            <ac:picMk id="7" creationId="{7AB19DE3-9CAA-C241-4DB4-C6B0A328F3E4}"/>
          </ac:picMkLst>
        </pc:picChg>
        <pc:picChg chg="del">
          <ac:chgData name="Sebastian Roldan Vasco" userId="31418594-e352-4801-9a96-51c3bb16e3dc" providerId="ADAL" clId="{7C2EC8DF-E7B3-4F5A-B75A-D6EEB138F45A}" dt="2024-02-08T22:38:56.174" v="2126" actId="478"/>
          <ac:picMkLst>
            <pc:docMk/>
            <pc:sldMk cId="3942679501" sldId="298"/>
            <ac:picMk id="9" creationId="{A774015E-4B70-8EDA-7E63-10AA2DD4C87A}"/>
          </ac:picMkLst>
        </pc:picChg>
        <pc:picChg chg="add mod">
          <ac:chgData name="Sebastian Roldan Vasco" userId="31418594-e352-4801-9a96-51c3bb16e3dc" providerId="ADAL" clId="{7C2EC8DF-E7B3-4F5A-B75A-D6EEB138F45A}" dt="2024-02-08T22:40:34.293" v="2146" actId="1076"/>
          <ac:picMkLst>
            <pc:docMk/>
            <pc:sldMk cId="3942679501" sldId="298"/>
            <ac:picMk id="10" creationId="{5BD5256F-BB55-6631-9BBB-896E1A553470}"/>
          </ac:picMkLst>
        </pc:picChg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737527687" sldId="328"/>
        </pc:sldMkLst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2315610688" sldId="331"/>
        </pc:sldMkLst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1426699951" sldId="332"/>
        </pc:sldMkLst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770709186" sldId="333"/>
        </pc:sldMkLst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3563858048" sldId="334"/>
        </pc:sldMkLst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1154456416" sldId="335"/>
        </pc:sldMkLst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1094862229" sldId="336"/>
        </pc:sldMkLst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4139497458" sldId="338"/>
        </pc:sldMkLst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434577912" sldId="339"/>
        </pc:sldMkLst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1766353299" sldId="340"/>
        </pc:sldMkLst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3773239071" sldId="341"/>
        </pc:sldMkLst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459379396" sldId="342"/>
        </pc:sldMkLst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3495404362" sldId="343"/>
        </pc:sldMkLst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2821261535" sldId="344"/>
        </pc:sldMkLst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959118972" sldId="346"/>
        </pc:sldMkLst>
      </pc:sldChg>
      <pc:sldChg chg="add del">
        <pc:chgData name="Sebastian Roldan Vasco" userId="31418594-e352-4801-9a96-51c3bb16e3dc" providerId="ADAL" clId="{7C2EC8DF-E7B3-4F5A-B75A-D6EEB138F45A}" dt="2024-02-08T18:59:53.863" v="41" actId="47"/>
        <pc:sldMkLst>
          <pc:docMk/>
          <pc:sldMk cId="3127756561" sldId="347"/>
        </pc:sldMkLst>
      </pc:sldChg>
      <pc:sldChg chg="add del">
        <pc:chgData name="Sebastian Roldan Vasco" userId="31418594-e352-4801-9a96-51c3bb16e3dc" providerId="ADAL" clId="{7C2EC8DF-E7B3-4F5A-B75A-D6EEB138F45A}" dt="2024-02-08T18:59:53.863" v="41" actId="47"/>
        <pc:sldMkLst>
          <pc:docMk/>
          <pc:sldMk cId="170910603" sldId="348"/>
        </pc:sldMkLst>
      </pc:sldChg>
      <pc:sldChg chg="add del">
        <pc:chgData name="Sebastian Roldan Vasco" userId="31418594-e352-4801-9a96-51c3bb16e3dc" providerId="ADAL" clId="{7C2EC8DF-E7B3-4F5A-B75A-D6EEB138F45A}" dt="2024-02-08T18:59:53.863" v="41" actId="47"/>
        <pc:sldMkLst>
          <pc:docMk/>
          <pc:sldMk cId="3067812074" sldId="350"/>
        </pc:sldMkLst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4206079670" sldId="351"/>
        </pc:sldMkLst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2387595189" sldId="352"/>
        </pc:sldMkLst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2994174391" sldId="354"/>
        </pc:sldMkLst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2299549873" sldId="355"/>
        </pc:sldMkLst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3717834130" sldId="357"/>
        </pc:sldMkLst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3666268660" sldId="359"/>
        </pc:sldMkLst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2614069856" sldId="360"/>
        </pc:sldMkLst>
      </pc:sldChg>
      <pc:sldChg chg="add del">
        <pc:chgData name="Sebastian Roldan Vasco" userId="31418594-e352-4801-9a96-51c3bb16e3dc" providerId="ADAL" clId="{7C2EC8DF-E7B3-4F5A-B75A-D6EEB138F45A}" dt="2024-02-08T18:59:50.647" v="40" actId="47"/>
        <pc:sldMkLst>
          <pc:docMk/>
          <pc:sldMk cId="3902254347" sldId="361"/>
        </pc:sldMkLst>
      </pc:sldChg>
    </pc:docChg>
  </pc:docChgLst>
  <pc:docChgLst>
    <pc:chgData name="Sebastian Roldan Vasco" userId="31418594-e352-4801-9a96-51c3bb16e3dc" providerId="ADAL" clId="{ACA3504E-162E-4855-B07D-C55406371B91}"/>
    <pc:docChg chg="undo custSel addSld delSld modSld sldOrd">
      <pc:chgData name="Sebastian Roldan Vasco" userId="31418594-e352-4801-9a96-51c3bb16e3dc" providerId="ADAL" clId="{ACA3504E-162E-4855-B07D-C55406371B91}" dt="2021-02-11T20:16:50.729" v="399" actId="14100"/>
      <pc:docMkLst>
        <pc:docMk/>
      </pc:docMkLst>
      <pc:sldChg chg="addSp delSp modSp mod">
        <pc:chgData name="Sebastian Roldan Vasco" userId="31418594-e352-4801-9a96-51c3bb16e3dc" providerId="ADAL" clId="{ACA3504E-162E-4855-B07D-C55406371B91}" dt="2021-02-11T20:03:47.866" v="184" actId="207"/>
        <pc:sldMkLst>
          <pc:docMk/>
          <pc:sldMk cId="770709186" sldId="333"/>
        </pc:sldMkLst>
        <pc:spChg chg="mod">
          <ac:chgData name="Sebastian Roldan Vasco" userId="31418594-e352-4801-9a96-51c3bb16e3dc" providerId="ADAL" clId="{ACA3504E-162E-4855-B07D-C55406371B91}" dt="2021-02-11T19:58:25.333" v="70" actId="1076"/>
          <ac:spMkLst>
            <pc:docMk/>
            <pc:sldMk cId="770709186" sldId="333"/>
            <ac:spMk id="7" creationId="{00000000-0000-0000-0000-000000000000}"/>
          </ac:spMkLst>
        </pc:spChg>
        <pc:spChg chg="mod">
          <ac:chgData name="Sebastian Roldan Vasco" userId="31418594-e352-4801-9a96-51c3bb16e3dc" providerId="ADAL" clId="{ACA3504E-162E-4855-B07D-C55406371B91}" dt="2021-02-11T19:59:58.265" v="103" actId="1037"/>
          <ac:spMkLst>
            <pc:docMk/>
            <pc:sldMk cId="770709186" sldId="333"/>
            <ac:spMk id="14" creationId="{00000000-0000-0000-0000-000000000000}"/>
          </ac:spMkLst>
        </pc:spChg>
        <pc:spChg chg="del">
          <ac:chgData name="Sebastian Roldan Vasco" userId="31418594-e352-4801-9a96-51c3bb16e3dc" providerId="ADAL" clId="{ACA3504E-162E-4855-B07D-C55406371B91}" dt="2021-02-11T19:55:58.894" v="28" actId="478"/>
          <ac:spMkLst>
            <pc:docMk/>
            <pc:sldMk cId="770709186" sldId="333"/>
            <ac:spMk id="15" creationId="{00000000-0000-0000-0000-000000000000}"/>
          </ac:spMkLst>
        </pc:spChg>
        <pc:spChg chg="mod">
          <ac:chgData name="Sebastian Roldan Vasco" userId="31418594-e352-4801-9a96-51c3bb16e3dc" providerId="ADAL" clId="{ACA3504E-162E-4855-B07D-C55406371B91}" dt="2021-02-11T19:58:31.592" v="85" actId="1035"/>
          <ac:spMkLst>
            <pc:docMk/>
            <pc:sldMk cId="770709186" sldId="333"/>
            <ac:spMk id="30" creationId="{00000000-0000-0000-0000-000000000000}"/>
          </ac:spMkLst>
        </pc:spChg>
        <pc:spChg chg="add mod">
          <ac:chgData name="Sebastian Roldan Vasco" userId="31418594-e352-4801-9a96-51c3bb16e3dc" providerId="ADAL" clId="{ACA3504E-162E-4855-B07D-C55406371B91}" dt="2021-02-11T20:03:47.866" v="184" actId="207"/>
          <ac:spMkLst>
            <pc:docMk/>
            <pc:sldMk cId="770709186" sldId="333"/>
            <ac:spMk id="33" creationId="{FF091885-FE7D-474D-9C8A-BBA7745890EE}"/>
          </ac:spMkLst>
        </pc:spChg>
        <pc:picChg chg="add mod">
          <ac:chgData name="Sebastian Roldan Vasco" userId="31418594-e352-4801-9a96-51c3bb16e3dc" providerId="ADAL" clId="{ACA3504E-162E-4855-B07D-C55406371B91}" dt="2021-02-11T19:59:38.602" v="93" actId="1076"/>
          <ac:picMkLst>
            <pc:docMk/>
            <pc:sldMk cId="770709186" sldId="333"/>
            <ac:picMk id="1026" creationId="{F01511F6-359C-450B-8E2C-E67B04C7575E}"/>
          </ac:picMkLst>
        </pc:picChg>
        <pc:picChg chg="add mod">
          <ac:chgData name="Sebastian Roldan Vasco" userId="31418594-e352-4801-9a96-51c3bb16e3dc" providerId="ADAL" clId="{ACA3504E-162E-4855-B07D-C55406371B91}" dt="2021-02-11T19:59:42.750" v="95" actId="1076"/>
          <ac:picMkLst>
            <pc:docMk/>
            <pc:sldMk cId="770709186" sldId="333"/>
            <ac:picMk id="1028" creationId="{80A24DDF-D65D-4BD5-BB2B-CB2D4C9CD77A}"/>
          </ac:picMkLst>
        </pc:picChg>
        <pc:picChg chg="add mod">
          <ac:chgData name="Sebastian Roldan Vasco" userId="31418594-e352-4801-9a96-51c3bb16e3dc" providerId="ADAL" clId="{ACA3504E-162E-4855-B07D-C55406371B91}" dt="2021-02-11T19:59:47.906" v="97" actId="1076"/>
          <ac:picMkLst>
            <pc:docMk/>
            <pc:sldMk cId="770709186" sldId="333"/>
            <ac:picMk id="1030" creationId="{335358D1-1F24-4430-9E71-422E6F88B0DA}"/>
          </ac:picMkLst>
        </pc:picChg>
        <pc:picChg chg="mod">
          <ac:chgData name="Sebastian Roldan Vasco" userId="31418594-e352-4801-9a96-51c3bb16e3dc" providerId="ADAL" clId="{ACA3504E-162E-4855-B07D-C55406371B91}" dt="2021-02-11T19:58:31.592" v="85" actId="1035"/>
          <ac:picMkLst>
            <pc:docMk/>
            <pc:sldMk cId="770709186" sldId="333"/>
            <ac:picMk id="2050" creationId="{00000000-0000-0000-0000-000000000000}"/>
          </ac:picMkLst>
        </pc:picChg>
        <pc:picChg chg="del mod">
          <ac:chgData name="Sebastian Roldan Vasco" userId="31418594-e352-4801-9a96-51c3bb16e3dc" providerId="ADAL" clId="{ACA3504E-162E-4855-B07D-C55406371B91}" dt="2021-02-11T19:55:47.238" v="24" actId="478"/>
          <ac:picMkLst>
            <pc:docMk/>
            <pc:sldMk cId="770709186" sldId="333"/>
            <ac:picMk id="2074" creationId="{00000000-0000-0000-0000-000000000000}"/>
          </ac:picMkLst>
        </pc:picChg>
        <pc:picChg chg="del mod">
          <ac:chgData name="Sebastian Roldan Vasco" userId="31418594-e352-4801-9a96-51c3bb16e3dc" providerId="ADAL" clId="{ACA3504E-162E-4855-B07D-C55406371B91}" dt="2021-02-11T19:55:50.591" v="26" actId="478"/>
          <ac:picMkLst>
            <pc:docMk/>
            <pc:sldMk cId="770709186" sldId="333"/>
            <ac:picMk id="2076" creationId="{00000000-0000-0000-0000-000000000000}"/>
          </ac:picMkLst>
        </pc:picChg>
        <pc:picChg chg="del">
          <ac:chgData name="Sebastian Roldan Vasco" userId="31418594-e352-4801-9a96-51c3bb16e3dc" providerId="ADAL" clId="{ACA3504E-162E-4855-B07D-C55406371B91}" dt="2021-02-11T19:55:48.915" v="25" actId="478"/>
          <ac:picMkLst>
            <pc:docMk/>
            <pc:sldMk cId="770709186" sldId="333"/>
            <ac:picMk id="2078" creationId="{00000000-0000-0000-0000-000000000000}"/>
          </ac:picMkLst>
        </pc:picChg>
        <pc:cxnChg chg="mod">
          <ac:chgData name="Sebastian Roldan Vasco" userId="31418594-e352-4801-9a96-51c3bb16e3dc" providerId="ADAL" clId="{ACA3504E-162E-4855-B07D-C55406371B91}" dt="2021-02-11T19:59:58.265" v="103" actId="1037"/>
          <ac:cxnSpMkLst>
            <pc:docMk/>
            <pc:sldMk cId="770709186" sldId="333"/>
            <ac:cxnSpMk id="16" creationId="{00000000-0000-0000-0000-000000000000}"/>
          </ac:cxnSpMkLst>
        </pc:cxnChg>
        <pc:cxnChg chg="add mod">
          <ac:chgData name="Sebastian Roldan Vasco" userId="31418594-e352-4801-9a96-51c3bb16e3dc" providerId="ADAL" clId="{ACA3504E-162E-4855-B07D-C55406371B91}" dt="2021-02-11T19:59:58.265" v="103" actId="1037"/>
          <ac:cxnSpMkLst>
            <pc:docMk/>
            <pc:sldMk cId="770709186" sldId="333"/>
            <ac:cxnSpMk id="21" creationId="{172CE6BF-A41E-4D91-A5E1-D5DEF6DCE084}"/>
          </ac:cxnSpMkLst>
        </pc:cxnChg>
        <pc:cxnChg chg="mod">
          <ac:chgData name="Sebastian Roldan Vasco" userId="31418594-e352-4801-9a96-51c3bb16e3dc" providerId="ADAL" clId="{ACA3504E-162E-4855-B07D-C55406371B91}" dt="2021-02-11T19:59:58.265" v="103" actId="1037"/>
          <ac:cxnSpMkLst>
            <pc:docMk/>
            <pc:sldMk cId="770709186" sldId="333"/>
            <ac:cxnSpMk id="22" creationId="{00000000-0000-0000-0000-000000000000}"/>
          </ac:cxnSpMkLst>
        </pc:cxnChg>
        <pc:cxnChg chg="del mod">
          <ac:chgData name="Sebastian Roldan Vasco" userId="31418594-e352-4801-9a96-51c3bb16e3dc" providerId="ADAL" clId="{ACA3504E-162E-4855-B07D-C55406371B91}" dt="2021-02-11T19:56:18.717" v="49" actId="478"/>
          <ac:cxnSpMkLst>
            <pc:docMk/>
            <pc:sldMk cId="770709186" sldId="333"/>
            <ac:cxnSpMk id="25" creationId="{00000000-0000-0000-0000-000000000000}"/>
          </ac:cxnSpMkLst>
        </pc:cxnChg>
        <pc:cxnChg chg="add mod">
          <ac:chgData name="Sebastian Roldan Vasco" userId="31418594-e352-4801-9a96-51c3bb16e3dc" providerId="ADAL" clId="{ACA3504E-162E-4855-B07D-C55406371B91}" dt="2021-02-11T19:59:58.265" v="103" actId="1037"/>
          <ac:cxnSpMkLst>
            <pc:docMk/>
            <pc:sldMk cId="770709186" sldId="333"/>
            <ac:cxnSpMk id="31" creationId="{5150C4F3-2638-4667-B5CC-1743F95FD7C9}"/>
          </ac:cxnSpMkLst>
        </pc:cxnChg>
        <pc:cxnChg chg="del mod">
          <ac:chgData name="Sebastian Roldan Vasco" userId="31418594-e352-4801-9a96-51c3bb16e3dc" providerId="ADAL" clId="{ACA3504E-162E-4855-B07D-C55406371B91}" dt="2021-02-11T19:54:45.776" v="6" actId="478"/>
          <ac:cxnSpMkLst>
            <pc:docMk/>
            <pc:sldMk cId="770709186" sldId="333"/>
            <ac:cxnSpMk id="40" creationId="{00000000-0000-0000-0000-000000000000}"/>
          </ac:cxnSpMkLst>
        </pc:cxnChg>
      </pc:sldChg>
      <pc:sldChg chg="addSp delSp modSp mod">
        <pc:chgData name="Sebastian Roldan Vasco" userId="31418594-e352-4801-9a96-51c3bb16e3dc" providerId="ADAL" clId="{ACA3504E-162E-4855-B07D-C55406371B91}" dt="2021-02-11T20:16:50.729" v="399" actId="14100"/>
        <pc:sldMkLst>
          <pc:docMk/>
          <pc:sldMk cId="3563858048" sldId="334"/>
        </pc:sldMkLst>
        <pc:picChg chg="add mod">
          <ac:chgData name="Sebastian Roldan Vasco" userId="31418594-e352-4801-9a96-51c3bb16e3dc" providerId="ADAL" clId="{ACA3504E-162E-4855-B07D-C55406371B91}" dt="2021-02-11T20:16:44.936" v="396" actId="1076"/>
          <ac:picMkLst>
            <pc:docMk/>
            <pc:sldMk cId="3563858048" sldId="334"/>
            <ac:picMk id="3" creationId="{70B2C6FC-42BE-4930-B309-C000DF523779}"/>
          </ac:picMkLst>
        </pc:picChg>
        <pc:picChg chg="del">
          <ac:chgData name="Sebastian Roldan Vasco" userId="31418594-e352-4801-9a96-51c3bb16e3dc" providerId="ADAL" clId="{ACA3504E-162E-4855-B07D-C55406371B91}" dt="2021-02-11T20:16:33.754" v="391" actId="478"/>
          <ac:picMkLst>
            <pc:docMk/>
            <pc:sldMk cId="3563858048" sldId="334"/>
            <ac:picMk id="3078" creationId="{00000000-0000-0000-0000-000000000000}"/>
          </ac:picMkLst>
        </pc:picChg>
        <pc:cxnChg chg="add mod">
          <ac:chgData name="Sebastian Roldan Vasco" userId="31418594-e352-4801-9a96-51c3bb16e3dc" providerId="ADAL" clId="{ACA3504E-162E-4855-B07D-C55406371B91}" dt="2021-02-11T20:16:50.729" v="399" actId="14100"/>
          <ac:cxnSpMkLst>
            <pc:docMk/>
            <pc:sldMk cId="3563858048" sldId="334"/>
            <ac:cxnSpMk id="12" creationId="{9F035783-E7C1-421E-AA5A-9818AEC718CB}"/>
          </ac:cxnSpMkLst>
        </pc:cxnChg>
      </pc:sldChg>
      <pc:sldChg chg="del">
        <pc:chgData name="Sebastian Roldan Vasco" userId="31418594-e352-4801-9a96-51c3bb16e3dc" providerId="ADAL" clId="{ACA3504E-162E-4855-B07D-C55406371B91}" dt="2021-02-09T22:47:42.501" v="0" actId="47"/>
        <pc:sldMkLst>
          <pc:docMk/>
          <pc:sldMk cId="1012782567" sldId="337"/>
        </pc:sldMkLst>
      </pc:sldChg>
      <pc:sldChg chg="modSp">
        <pc:chgData name="Sebastian Roldan Vasco" userId="31418594-e352-4801-9a96-51c3bb16e3dc" providerId="ADAL" clId="{ACA3504E-162E-4855-B07D-C55406371B91}" dt="2021-02-09T22:47:53.825" v="2"/>
        <pc:sldMkLst>
          <pc:docMk/>
          <pc:sldMk cId="4139497458" sldId="338"/>
        </pc:sldMkLst>
        <pc:spChg chg="mod">
          <ac:chgData name="Sebastian Roldan Vasco" userId="31418594-e352-4801-9a96-51c3bb16e3dc" providerId="ADAL" clId="{ACA3504E-162E-4855-B07D-C55406371B91}" dt="2021-02-09T22:47:53.825" v="2"/>
          <ac:spMkLst>
            <pc:docMk/>
            <pc:sldMk cId="4139497458" sldId="338"/>
            <ac:spMk id="2" creationId="{00000000-0000-0000-0000-000000000000}"/>
          </ac:spMkLst>
        </pc:spChg>
        <pc:spChg chg="mod">
          <ac:chgData name="Sebastian Roldan Vasco" userId="31418594-e352-4801-9a96-51c3bb16e3dc" providerId="ADAL" clId="{ACA3504E-162E-4855-B07D-C55406371B91}" dt="2021-02-09T22:47:53.825" v="2"/>
          <ac:spMkLst>
            <pc:docMk/>
            <pc:sldMk cId="4139497458" sldId="338"/>
            <ac:spMk id="3" creationId="{00000000-0000-0000-0000-000000000000}"/>
          </ac:spMkLst>
        </pc:spChg>
      </pc:sldChg>
      <pc:sldChg chg="modSp">
        <pc:chgData name="Sebastian Roldan Vasco" userId="31418594-e352-4801-9a96-51c3bb16e3dc" providerId="ADAL" clId="{ACA3504E-162E-4855-B07D-C55406371B91}" dt="2021-02-09T22:47:53.825" v="2"/>
        <pc:sldMkLst>
          <pc:docMk/>
          <pc:sldMk cId="434577912" sldId="339"/>
        </pc:sldMkLst>
        <pc:spChg chg="mod">
          <ac:chgData name="Sebastian Roldan Vasco" userId="31418594-e352-4801-9a96-51c3bb16e3dc" providerId="ADAL" clId="{ACA3504E-162E-4855-B07D-C55406371B91}" dt="2021-02-09T22:47:53.825" v="2"/>
          <ac:spMkLst>
            <pc:docMk/>
            <pc:sldMk cId="434577912" sldId="339"/>
            <ac:spMk id="2" creationId="{00000000-0000-0000-0000-000000000000}"/>
          </ac:spMkLst>
        </pc:spChg>
      </pc:sldChg>
      <pc:sldChg chg="modSp">
        <pc:chgData name="Sebastian Roldan Vasco" userId="31418594-e352-4801-9a96-51c3bb16e3dc" providerId="ADAL" clId="{ACA3504E-162E-4855-B07D-C55406371B91}" dt="2021-02-09T22:47:53.825" v="2"/>
        <pc:sldMkLst>
          <pc:docMk/>
          <pc:sldMk cId="1766353299" sldId="340"/>
        </pc:sldMkLst>
        <pc:spChg chg="mod">
          <ac:chgData name="Sebastian Roldan Vasco" userId="31418594-e352-4801-9a96-51c3bb16e3dc" providerId="ADAL" clId="{ACA3504E-162E-4855-B07D-C55406371B91}" dt="2021-02-09T22:47:53.825" v="2"/>
          <ac:spMkLst>
            <pc:docMk/>
            <pc:sldMk cId="1766353299" sldId="340"/>
            <ac:spMk id="3" creationId="{00000000-0000-0000-0000-000000000000}"/>
          </ac:spMkLst>
        </pc:spChg>
        <pc:spChg chg="mod">
          <ac:chgData name="Sebastian Roldan Vasco" userId="31418594-e352-4801-9a96-51c3bb16e3dc" providerId="ADAL" clId="{ACA3504E-162E-4855-B07D-C55406371B91}" dt="2021-02-09T22:47:53.825" v="2"/>
          <ac:spMkLst>
            <pc:docMk/>
            <pc:sldMk cId="1766353299" sldId="340"/>
            <ac:spMk id="10" creationId="{00000000-0000-0000-0000-000000000000}"/>
          </ac:spMkLst>
        </pc:spChg>
      </pc:sldChg>
      <pc:sldChg chg="modSp">
        <pc:chgData name="Sebastian Roldan Vasco" userId="31418594-e352-4801-9a96-51c3bb16e3dc" providerId="ADAL" clId="{ACA3504E-162E-4855-B07D-C55406371B91}" dt="2021-02-09T22:47:53.825" v="2"/>
        <pc:sldMkLst>
          <pc:docMk/>
          <pc:sldMk cId="3773239071" sldId="341"/>
        </pc:sldMkLst>
        <pc:spChg chg="mod">
          <ac:chgData name="Sebastian Roldan Vasco" userId="31418594-e352-4801-9a96-51c3bb16e3dc" providerId="ADAL" clId="{ACA3504E-162E-4855-B07D-C55406371B91}" dt="2021-02-09T22:47:53.825" v="2"/>
          <ac:spMkLst>
            <pc:docMk/>
            <pc:sldMk cId="3773239071" sldId="341"/>
            <ac:spMk id="3" creationId="{00000000-0000-0000-0000-000000000000}"/>
          </ac:spMkLst>
        </pc:spChg>
        <pc:spChg chg="mod">
          <ac:chgData name="Sebastian Roldan Vasco" userId="31418594-e352-4801-9a96-51c3bb16e3dc" providerId="ADAL" clId="{ACA3504E-162E-4855-B07D-C55406371B91}" dt="2021-02-09T22:47:53.825" v="2"/>
          <ac:spMkLst>
            <pc:docMk/>
            <pc:sldMk cId="3773239071" sldId="341"/>
            <ac:spMk id="7" creationId="{00000000-0000-0000-0000-000000000000}"/>
          </ac:spMkLst>
        </pc:spChg>
      </pc:sldChg>
      <pc:sldChg chg="modSp">
        <pc:chgData name="Sebastian Roldan Vasco" userId="31418594-e352-4801-9a96-51c3bb16e3dc" providerId="ADAL" clId="{ACA3504E-162E-4855-B07D-C55406371B91}" dt="2021-02-09T22:47:53.825" v="2"/>
        <pc:sldMkLst>
          <pc:docMk/>
          <pc:sldMk cId="459379396" sldId="342"/>
        </pc:sldMkLst>
        <pc:spChg chg="mod">
          <ac:chgData name="Sebastian Roldan Vasco" userId="31418594-e352-4801-9a96-51c3bb16e3dc" providerId="ADAL" clId="{ACA3504E-162E-4855-B07D-C55406371B91}" dt="2021-02-09T22:47:53.825" v="2"/>
          <ac:spMkLst>
            <pc:docMk/>
            <pc:sldMk cId="459379396" sldId="342"/>
            <ac:spMk id="3" creationId="{00000000-0000-0000-0000-000000000000}"/>
          </ac:spMkLst>
        </pc:spChg>
        <pc:spChg chg="mod">
          <ac:chgData name="Sebastian Roldan Vasco" userId="31418594-e352-4801-9a96-51c3bb16e3dc" providerId="ADAL" clId="{ACA3504E-162E-4855-B07D-C55406371B91}" dt="2021-02-09T22:47:53.825" v="2"/>
          <ac:spMkLst>
            <pc:docMk/>
            <pc:sldMk cId="459379396" sldId="342"/>
            <ac:spMk id="10" creationId="{00000000-0000-0000-0000-000000000000}"/>
          </ac:spMkLst>
        </pc:spChg>
      </pc:sldChg>
      <pc:sldChg chg="modSp">
        <pc:chgData name="Sebastian Roldan Vasco" userId="31418594-e352-4801-9a96-51c3bb16e3dc" providerId="ADAL" clId="{ACA3504E-162E-4855-B07D-C55406371B91}" dt="2021-02-09T22:47:53.825" v="2"/>
        <pc:sldMkLst>
          <pc:docMk/>
          <pc:sldMk cId="3495404362" sldId="343"/>
        </pc:sldMkLst>
        <pc:spChg chg="mod">
          <ac:chgData name="Sebastian Roldan Vasco" userId="31418594-e352-4801-9a96-51c3bb16e3dc" providerId="ADAL" clId="{ACA3504E-162E-4855-B07D-C55406371B91}" dt="2021-02-09T22:47:53.825" v="2"/>
          <ac:spMkLst>
            <pc:docMk/>
            <pc:sldMk cId="3495404362" sldId="343"/>
            <ac:spMk id="5" creationId="{00000000-0000-0000-0000-000000000000}"/>
          </ac:spMkLst>
        </pc:spChg>
      </pc:sldChg>
      <pc:sldChg chg="modSp">
        <pc:chgData name="Sebastian Roldan Vasco" userId="31418594-e352-4801-9a96-51c3bb16e3dc" providerId="ADAL" clId="{ACA3504E-162E-4855-B07D-C55406371B91}" dt="2021-02-09T22:47:53.825" v="2"/>
        <pc:sldMkLst>
          <pc:docMk/>
          <pc:sldMk cId="2821261535" sldId="344"/>
        </pc:sldMkLst>
        <pc:spChg chg="mod">
          <ac:chgData name="Sebastian Roldan Vasco" userId="31418594-e352-4801-9a96-51c3bb16e3dc" providerId="ADAL" clId="{ACA3504E-162E-4855-B07D-C55406371B91}" dt="2021-02-09T22:47:53.825" v="2"/>
          <ac:spMkLst>
            <pc:docMk/>
            <pc:sldMk cId="2821261535" sldId="344"/>
            <ac:spMk id="8" creationId="{00000000-0000-0000-0000-000000000000}"/>
          </ac:spMkLst>
        </pc:spChg>
      </pc:sldChg>
      <pc:sldChg chg="modSp mod">
        <pc:chgData name="Sebastian Roldan Vasco" userId="31418594-e352-4801-9a96-51c3bb16e3dc" providerId="ADAL" clId="{ACA3504E-162E-4855-B07D-C55406371B91}" dt="2021-02-09T22:47:55.898" v="4" actId="27636"/>
        <pc:sldMkLst>
          <pc:docMk/>
          <pc:sldMk cId="959118972" sldId="346"/>
        </pc:sldMkLst>
        <pc:spChg chg="mod">
          <ac:chgData name="Sebastian Roldan Vasco" userId="31418594-e352-4801-9a96-51c3bb16e3dc" providerId="ADAL" clId="{ACA3504E-162E-4855-B07D-C55406371B91}" dt="2021-02-09T22:47:53.825" v="2"/>
          <ac:spMkLst>
            <pc:docMk/>
            <pc:sldMk cId="959118972" sldId="346"/>
            <ac:spMk id="2" creationId="{00000000-0000-0000-0000-000000000000}"/>
          </ac:spMkLst>
        </pc:spChg>
        <pc:spChg chg="mod">
          <ac:chgData name="Sebastian Roldan Vasco" userId="31418594-e352-4801-9a96-51c3bb16e3dc" providerId="ADAL" clId="{ACA3504E-162E-4855-B07D-C55406371B91}" dt="2021-02-09T22:47:55.898" v="4" actId="27636"/>
          <ac:spMkLst>
            <pc:docMk/>
            <pc:sldMk cId="959118972" sldId="346"/>
            <ac:spMk id="3" creationId="{00000000-0000-0000-0000-000000000000}"/>
          </ac:spMkLst>
        </pc:spChg>
      </pc:sldChg>
      <pc:sldChg chg="modSp">
        <pc:chgData name="Sebastian Roldan Vasco" userId="31418594-e352-4801-9a96-51c3bb16e3dc" providerId="ADAL" clId="{ACA3504E-162E-4855-B07D-C55406371B91}" dt="2021-02-09T22:47:53.825" v="2"/>
        <pc:sldMkLst>
          <pc:docMk/>
          <pc:sldMk cId="3127756561" sldId="347"/>
        </pc:sldMkLst>
        <pc:spChg chg="mod">
          <ac:chgData name="Sebastian Roldan Vasco" userId="31418594-e352-4801-9a96-51c3bb16e3dc" providerId="ADAL" clId="{ACA3504E-162E-4855-B07D-C55406371B91}" dt="2021-02-09T22:47:53.825" v="2"/>
          <ac:spMkLst>
            <pc:docMk/>
            <pc:sldMk cId="3127756561" sldId="347"/>
            <ac:spMk id="2" creationId="{00000000-0000-0000-0000-000000000000}"/>
          </ac:spMkLst>
        </pc:spChg>
      </pc:sldChg>
      <pc:sldChg chg="modSp">
        <pc:chgData name="Sebastian Roldan Vasco" userId="31418594-e352-4801-9a96-51c3bb16e3dc" providerId="ADAL" clId="{ACA3504E-162E-4855-B07D-C55406371B91}" dt="2021-02-09T22:47:53.825" v="2"/>
        <pc:sldMkLst>
          <pc:docMk/>
          <pc:sldMk cId="170910603" sldId="348"/>
        </pc:sldMkLst>
        <pc:spChg chg="mod">
          <ac:chgData name="Sebastian Roldan Vasco" userId="31418594-e352-4801-9a96-51c3bb16e3dc" providerId="ADAL" clId="{ACA3504E-162E-4855-B07D-C55406371B91}" dt="2021-02-09T22:47:53.825" v="2"/>
          <ac:spMkLst>
            <pc:docMk/>
            <pc:sldMk cId="170910603" sldId="348"/>
            <ac:spMk id="2" creationId="{00000000-0000-0000-0000-000000000000}"/>
          </ac:spMkLst>
        </pc:spChg>
      </pc:sldChg>
      <pc:sldChg chg="modSp">
        <pc:chgData name="Sebastian Roldan Vasco" userId="31418594-e352-4801-9a96-51c3bb16e3dc" providerId="ADAL" clId="{ACA3504E-162E-4855-B07D-C55406371B91}" dt="2021-02-09T22:47:53.825" v="2"/>
        <pc:sldMkLst>
          <pc:docMk/>
          <pc:sldMk cId="3067812074" sldId="350"/>
        </pc:sldMkLst>
        <pc:spChg chg="mod">
          <ac:chgData name="Sebastian Roldan Vasco" userId="31418594-e352-4801-9a96-51c3bb16e3dc" providerId="ADAL" clId="{ACA3504E-162E-4855-B07D-C55406371B91}" dt="2021-02-09T22:47:53.825" v="2"/>
          <ac:spMkLst>
            <pc:docMk/>
            <pc:sldMk cId="3067812074" sldId="350"/>
            <ac:spMk id="2" creationId="{00000000-0000-0000-0000-000000000000}"/>
          </ac:spMkLst>
        </pc:spChg>
      </pc:sldChg>
      <pc:sldChg chg="modSp mod">
        <pc:chgData name="Sebastian Roldan Vasco" userId="31418594-e352-4801-9a96-51c3bb16e3dc" providerId="ADAL" clId="{ACA3504E-162E-4855-B07D-C55406371B91}" dt="2021-02-11T19:55:25.338" v="11" actId="5793"/>
        <pc:sldMkLst>
          <pc:docMk/>
          <pc:sldMk cId="4206079670" sldId="351"/>
        </pc:sldMkLst>
        <pc:spChg chg="mod">
          <ac:chgData name="Sebastian Roldan Vasco" userId="31418594-e352-4801-9a96-51c3bb16e3dc" providerId="ADAL" clId="{ACA3504E-162E-4855-B07D-C55406371B91}" dt="2021-02-11T19:55:25.338" v="11" actId="5793"/>
          <ac:spMkLst>
            <pc:docMk/>
            <pc:sldMk cId="4206079670" sldId="351"/>
            <ac:spMk id="7" creationId="{00000000-0000-0000-0000-000000000000}"/>
          </ac:spMkLst>
        </pc:spChg>
      </pc:sldChg>
      <pc:sldChg chg="modSp mod">
        <pc:chgData name="Sebastian Roldan Vasco" userId="31418594-e352-4801-9a96-51c3bb16e3dc" providerId="ADAL" clId="{ACA3504E-162E-4855-B07D-C55406371B91}" dt="2021-02-09T22:47:55.566" v="3" actId="27636"/>
        <pc:sldMkLst>
          <pc:docMk/>
          <pc:sldMk cId="2299549873" sldId="355"/>
        </pc:sldMkLst>
        <pc:spChg chg="mod">
          <ac:chgData name="Sebastian Roldan Vasco" userId="31418594-e352-4801-9a96-51c3bb16e3dc" providerId="ADAL" clId="{ACA3504E-162E-4855-B07D-C55406371B91}" dt="2021-02-09T22:47:53.825" v="2"/>
          <ac:spMkLst>
            <pc:docMk/>
            <pc:sldMk cId="2299549873" sldId="355"/>
            <ac:spMk id="2" creationId="{00000000-0000-0000-0000-000000000000}"/>
          </ac:spMkLst>
        </pc:spChg>
        <pc:spChg chg="mod">
          <ac:chgData name="Sebastian Roldan Vasco" userId="31418594-e352-4801-9a96-51c3bb16e3dc" providerId="ADAL" clId="{ACA3504E-162E-4855-B07D-C55406371B91}" dt="2021-02-09T22:47:55.566" v="3" actId="27636"/>
          <ac:spMkLst>
            <pc:docMk/>
            <pc:sldMk cId="2299549873" sldId="355"/>
            <ac:spMk id="3" creationId="{00000000-0000-0000-0000-000000000000}"/>
          </ac:spMkLst>
        </pc:spChg>
      </pc:sldChg>
      <pc:sldChg chg="del">
        <pc:chgData name="Sebastian Roldan Vasco" userId="31418594-e352-4801-9a96-51c3bb16e3dc" providerId="ADAL" clId="{ACA3504E-162E-4855-B07D-C55406371B91}" dt="2021-02-09T22:47:45.785" v="1" actId="47"/>
        <pc:sldMkLst>
          <pc:docMk/>
          <pc:sldMk cId="2852487003" sldId="356"/>
        </pc:sldMkLst>
      </pc:sldChg>
      <pc:sldChg chg="modSp">
        <pc:chgData name="Sebastian Roldan Vasco" userId="31418594-e352-4801-9a96-51c3bb16e3dc" providerId="ADAL" clId="{ACA3504E-162E-4855-B07D-C55406371B91}" dt="2021-02-09T22:47:53.825" v="2"/>
        <pc:sldMkLst>
          <pc:docMk/>
          <pc:sldMk cId="466743821" sldId="358"/>
        </pc:sldMkLst>
        <pc:spChg chg="mod">
          <ac:chgData name="Sebastian Roldan Vasco" userId="31418594-e352-4801-9a96-51c3bb16e3dc" providerId="ADAL" clId="{ACA3504E-162E-4855-B07D-C55406371B91}" dt="2021-02-09T22:47:53.825" v="2"/>
          <ac:spMkLst>
            <pc:docMk/>
            <pc:sldMk cId="466743821" sldId="358"/>
            <ac:spMk id="2" creationId="{00000000-0000-0000-0000-000000000000}"/>
          </ac:spMkLst>
        </pc:spChg>
      </pc:sldChg>
      <pc:sldChg chg="addSp delSp modSp add mod">
        <pc:chgData name="Sebastian Roldan Vasco" userId="31418594-e352-4801-9a96-51c3bb16e3dc" providerId="ADAL" clId="{ACA3504E-162E-4855-B07D-C55406371B91}" dt="2021-02-11T20:03:52.986" v="187" actId="207"/>
        <pc:sldMkLst>
          <pc:docMk/>
          <pc:sldMk cId="3666268660" sldId="359"/>
        </pc:sldMkLst>
        <pc:spChg chg="mod">
          <ac:chgData name="Sebastian Roldan Vasco" userId="31418594-e352-4801-9a96-51c3bb16e3dc" providerId="ADAL" clId="{ACA3504E-162E-4855-B07D-C55406371B91}" dt="2021-02-11T20:03:19.229" v="181" actId="1038"/>
          <ac:spMkLst>
            <pc:docMk/>
            <pc:sldMk cId="3666268660" sldId="359"/>
            <ac:spMk id="14" creationId="{00000000-0000-0000-0000-000000000000}"/>
          </ac:spMkLst>
        </pc:spChg>
        <pc:spChg chg="add mod">
          <ac:chgData name="Sebastian Roldan Vasco" userId="31418594-e352-4801-9a96-51c3bb16e3dc" providerId="ADAL" clId="{ACA3504E-162E-4855-B07D-C55406371B91}" dt="2021-02-11T20:03:19.229" v="181" actId="1038"/>
          <ac:spMkLst>
            <pc:docMk/>
            <pc:sldMk cId="3666268660" sldId="359"/>
            <ac:spMk id="15" creationId="{CFB2EDFF-4A3B-41CB-BF13-FC71416B48D7}"/>
          </ac:spMkLst>
        </pc:spChg>
        <pc:spChg chg="mod">
          <ac:chgData name="Sebastian Roldan Vasco" userId="31418594-e352-4801-9a96-51c3bb16e3dc" providerId="ADAL" clId="{ACA3504E-162E-4855-B07D-C55406371B91}" dt="2021-02-11T20:03:19.229" v="181" actId="1038"/>
          <ac:spMkLst>
            <pc:docMk/>
            <pc:sldMk cId="3666268660" sldId="359"/>
            <ac:spMk id="30" creationId="{00000000-0000-0000-0000-000000000000}"/>
          </ac:spMkLst>
        </pc:spChg>
        <pc:spChg chg="mod">
          <ac:chgData name="Sebastian Roldan Vasco" userId="31418594-e352-4801-9a96-51c3bb16e3dc" providerId="ADAL" clId="{ACA3504E-162E-4855-B07D-C55406371B91}" dt="2021-02-11T20:03:52.986" v="187" actId="207"/>
          <ac:spMkLst>
            <pc:docMk/>
            <pc:sldMk cId="3666268660" sldId="359"/>
            <ac:spMk id="33" creationId="{FF091885-FE7D-474D-9C8A-BBA7745890EE}"/>
          </ac:spMkLst>
        </pc:spChg>
        <pc:picChg chg="del">
          <ac:chgData name="Sebastian Roldan Vasco" userId="31418594-e352-4801-9a96-51c3bb16e3dc" providerId="ADAL" clId="{ACA3504E-162E-4855-B07D-C55406371B91}" dt="2021-02-11T20:01:49.638" v="160" actId="478"/>
          <ac:picMkLst>
            <pc:docMk/>
            <pc:sldMk cId="3666268660" sldId="359"/>
            <ac:picMk id="1026" creationId="{F01511F6-359C-450B-8E2C-E67B04C7575E}"/>
          </ac:picMkLst>
        </pc:picChg>
        <pc:picChg chg="del">
          <ac:chgData name="Sebastian Roldan Vasco" userId="31418594-e352-4801-9a96-51c3bb16e3dc" providerId="ADAL" clId="{ACA3504E-162E-4855-B07D-C55406371B91}" dt="2021-02-11T20:01:51.190" v="161" actId="478"/>
          <ac:picMkLst>
            <pc:docMk/>
            <pc:sldMk cId="3666268660" sldId="359"/>
            <ac:picMk id="1028" creationId="{80A24DDF-D65D-4BD5-BB2B-CB2D4C9CD77A}"/>
          </ac:picMkLst>
        </pc:picChg>
        <pc:picChg chg="del">
          <ac:chgData name="Sebastian Roldan Vasco" userId="31418594-e352-4801-9a96-51c3bb16e3dc" providerId="ADAL" clId="{ACA3504E-162E-4855-B07D-C55406371B91}" dt="2021-02-11T20:01:53.037" v="162" actId="478"/>
          <ac:picMkLst>
            <pc:docMk/>
            <pc:sldMk cId="3666268660" sldId="359"/>
            <ac:picMk id="1030" creationId="{335358D1-1F24-4430-9E71-422E6F88B0DA}"/>
          </ac:picMkLst>
        </pc:picChg>
        <pc:picChg chg="mod">
          <ac:chgData name="Sebastian Roldan Vasco" userId="31418594-e352-4801-9a96-51c3bb16e3dc" providerId="ADAL" clId="{ACA3504E-162E-4855-B07D-C55406371B91}" dt="2021-02-11T20:03:19.229" v="181" actId="1038"/>
          <ac:picMkLst>
            <pc:docMk/>
            <pc:sldMk cId="3666268660" sldId="359"/>
            <ac:picMk id="2050" creationId="{00000000-0000-0000-0000-000000000000}"/>
          </ac:picMkLst>
        </pc:picChg>
        <pc:cxnChg chg="mod">
          <ac:chgData name="Sebastian Roldan Vasco" userId="31418594-e352-4801-9a96-51c3bb16e3dc" providerId="ADAL" clId="{ACA3504E-162E-4855-B07D-C55406371B91}" dt="2021-02-11T20:03:19.229" v="181" actId="1038"/>
          <ac:cxnSpMkLst>
            <pc:docMk/>
            <pc:sldMk cId="3666268660" sldId="359"/>
            <ac:cxnSpMk id="16" creationId="{00000000-0000-0000-0000-000000000000}"/>
          </ac:cxnSpMkLst>
        </pc:cxnChg>
        <pc:cxnChg chg="mod">
          <ac:chgData name="Sebastian Roldan Vasco" userId="31418594-e352-4801-9a96-51c3bb16e3dc" providerId="ADAL" clId="{ACA3504E-162E-4855-B07D-C55406371B91}" dt="2021-02-11T20:03:19.229" v="181" actId="1038"/>
          <ac:cxnSpMkLst>
            <pc:docMk/>
            <pc:sldMk cId="3666268660" sldId="359"/>
            <ac:cxnSpMk id="21" creationId="{172CE6BF-A41E-4D91-A5E1-D5DEF6DCE084}"/>
          </ac:cxnSpMkLst>
        </pc:cxnChg>
        <pc:cxnChg chg="del mod">
          <ac:chgData name="Sebastian Roldan Vasco" userId="31418594-e352-4801-9a96-51c3bb16e3dc" providerId="ADAL" clId="{ACA3504E-162E-4855-B07D-C55406371B91}" dt="2021-02-11T20:02:10.561" v="163" actId="478"/>
          <ac:cxnSpMkLst>
            <pc:docMk/>
            <pc:sldMk cId="3666268660" sldId="359"/>
            <ac:cxnSpMk id="22" creationId="{00000000-0000-0000-0000-000000000000}"/>
          </ac:cxnSpMkLst>
        </pc:cxnChg>
        <pc:cxnChg chg="del mod">
          <ac:chgData name="Sebastian Roldan Vasco" userId="31418594-e352-4801-9a96-51c3bb16e3dc" providerId="ADAL" clId="{ACA3504E-162E-4855-B07D-C55406371B91}" dt="2021-02-11T20:02:12.640" v="164" actId="478"/>
          <ac:cxnSpMkLst>
            <pc:docMk/>
            <pc:sldMk cId="3666268660" sldId="359"/>
            <ac:cxnSpMk id="31" creationId="{5150C4F3-2638-4667-B5CC-1743F95FD7C9}"/>
          </ac:cxnSpMkLst>
        </pc:cxnChg>
      </pc:sldChg>
      <pc:sldChg chg="addSp delSp modSp add mod ord">
        <pc:chgData name="Sebastian Roldan Vasco" userId="31418594-e352-4801-9a96-51c3bb16e3dc" providerId="ADAL" clId="{ACA3504E-162E-4855-B07D-C55406371B91}" dt="2021-02-11T20:07:39.102" v="260" actId="14100"/>
        <pc:sldMkLst>
          <pc:docMk/>
          <pc:sldMk cId="2614069856" sldId="360"/>
        </pc:sldMkLst>
        <pc:spChg chg="add del">
          <ac:chgData name="Sebastian Roldan Vasco" userId="31418594-e352-4801-9a96-51c3bb16e3dc" providerId="ADAL" clId="{ACA3504E-162E-4855-B07D-C55406371B91}" dt="2021-02-11T20:07:04.002" v="249"/>
          <ac:spMkLst>
            <pc:docMk/>
            <pc:sldMk cId="2614069856" sldId="360"/>
            <ac:spMk id="8" creationId="{D8CD66FB-C72E-42EB-B43F-C13224AF6A06}"/>
          </ac:spMkLst>
        </pc:spChg>
        <pc:spChg chg="add del mod">
          <ac:chgData name="Sebastian Roldan Vasco" userId="31418594-e352-4801-9a96-51c3bb16e3dc" providerId="ADAL" clId="{ACA3504E-162E-4855-B07D-C55406371B91}" dt="2021-02-11T20:07:03.827" v="248"/>
          <ac:spMkLst>
            <pc:docMk/>
            <pc:sldMk cId="2614069856" sldId="360"/>
            <ac:spMk id="9" creationId="{4971F30B-82E9-4839-B154-8889001D2103}"/>
          </ac:spMkLst>
        </pc:spChg>
        <pc:spChg chg="add del">
          <ac:chgData name="Sebastian Roldan Vasco" userId="31418594-e352-4801-9a96-51c3bb16e3dc" providerId="ADAL" clId="{ACA3504E-162E-4855-B07D-C55406371B91}" dt="2021-02-11T20:07:11.478" v="251"/>
          <ac:spMkLst>
            <pc:docMk/>
            <pc:sldMk cId="2614069856" sldId="360"/>
            <ac:spMk id="10" creationId="{22C530CB-15AA-4C0C-8FFF-BD43083CA04B}"/>
          </ac:spMkLst>
        </pc:spChg>
        <pc:spChg chg="mod">
          <ac:chgData name="Sebastian Roldan Vasco" userId="31418594-e352-4801-9a96-51c3bb16e3dc" providerId="ADAL" clId="{ACA3504E-162E-4855-B07D-C55406371B91}" dt="2021-02-11T20:04:31.411" v="212" actId="20577"/>
          <ac:spMkLst>
            <pc:docMk/>
            <pc:sldMk cId="2614069856" sldId="360"/>
            <ac:spMk id="14" creationId="{00000000-0000-0000-0000-000000000000}"/>
          </ac:spMkLst>
        </pc:spChg>
        <pc:spChg chg="mod">
          <ac:chgData name="Sebastian Roldan Vasco" userId="31418594-e352-4801-9a96-51c3bb16e3dc" providerId="ADAL" clId="{ACA3504E-162E-4855-B07D-C55406371B91}" dt="2021-02-11T20:04:41.150" v="226" actId="20577"/>
          <ac:spMkLst>
            <pc:docMk/>
            <pc:sldMk cId="2614069856" sldId="360"/>
            <ac:spMk id="33" creationId="{FF091885-FE7D-474D-9C8A-BBA7745890EE}"/>
          </ac:spMkLst>
        </pc:spChg>
        <pc:picChg chg="add del mod">
          <ac:chgData name="Sebastian Roldan Vasco" userId="31418594-e352-4801-9a96-51c3bb16e3dc" providerId="ADAL" clId="{ACA3504E-162E-4855-B07D-C55406371B91}" dt="2021-02-11T20:06:08.662" v="238" actId="478"/>
          <ac:picMkLst>
            <pc:docMk/>
            <pc:sldMk cId="2614069856" sldId="360"/>
            <ac:picMk id="2" creationId="{6E537D31-EC3A-45DB-AD9C-C2FAFCBC3C90}"/>
          </ac:picMkLst>
        </pc:picChg>
        <pc:picChg chg="del">
          <ac:chgData name="Sebastian Roldan Vasco" userId="31418594-e352-4801-9a96-51c3bb16e3dc" providerId="ADAL" clId="{ACA3504E-162E-4855-B07D-C55406371B91}" dt="2021-02-11T20:04:43.861" v="227" actId="478"/>
          <ac:picMkLst>
            <pc:docMk/>
            <pc:sldMk cId="2614069856" sldId="360"/>
            <ac:picMk id="1026" creationId="{F01511F6-359C-450B-8E2C-E67B04C7575E}"/>
          </ac:picMkLst>
        </pc:picChg>
        <pc:picChg chg="del">
          <ac:chgData name="Sebastian Roldan Vasco" userId="31418594-e352-4801-9a96-51c3bb16e3dc" providerId="ADAL" clId="{ACA3504E-162E-4855-B07D-C55406371B91}" dt="2021-02-11T20:04:45.801" v="228" actId="478"/>
          <ac:picMkLst>
            <pc:docMk/>
            <pc:sldMk cId="2614069856" sldId="360"/>
            <ac:picMk id="1028" creationId="{80A24DDF-D65D-4BD5-BB2B-CB2D4C9CD77A}"/>
          </ac:picMkLst>
        </pc:picChg>
        <pc:picChg chg="del">
          <ac:chgData name="Sebastian Roldan Vasco" userId="31418594-e352-4801-9a96-51c3bb16e3dc" providerId="ADAL" clId="{ACA3504E-162E-4855-B07D-C55406371B91}" dt="2021-02-11T20:04:47.564" v="229" actId="478"/>
          <ac:picMkLst>
            <pc:docMk/>
            <pc:sldMk cId="2614069856" sldId="360"/>
            <ac:picMk id="1030" creationId="{335358D1-1F24-4430-9E71-422E6F88B0DA}"/>
          </ac:picMkLst>
        </pc:picChg>
        <pc:picChg chg="add mod">
          <ac:chgData name="Sebastian Roldan Vasco" userId="31418594-e352-4801-9a96-51c3bb16e3dc" providerId="ADAL" clId="{ACA3504E-162E-4855-B07D-C55406371B91}" dt="2021-02-11T20:06:03.620" v="236" actId="1076"/>
          <ac:picMkLst>
            <pc:docMk/>
            <pc:sldMk cId="2614069856" sldId="360"/>
            <ac:picMk id="2052" creationId="{992F91CA-909D-42D0-9E2C-409010D99C91}"/>
          </ac:picMkLst>
        </pc:picChg>
        <pc:picChg chg="add del mod">
          <ac:chgData name="Sebastian Roldan Vasco" userId="31418594-e352-4801-9a96-51c3bb16e3dc" providerId="ADAL" clId="{ACA3504E-162E-4855-B07D-C55406371B91}" dt="2021-02-11T20:06:30.919" v="241" actId="478"/>
          <ac:picMkLst>
            <pc:docMk/>
            <pc:sldMk cId="2614069856" sldId="360"/>
            <ac:picMk id="2054" creationId="{82DDF048-5908-4889-B5FB-7653AB74E491}"/>
          </ac:picMkLst>
        </pc:picChg>
        <pc:picChg chg="add mod">
          <ac:chgData name="Sebastian Roldan Vasco" userId="31418594-e352-4801-9a96-51c3bb16e3dc" providerId="ADAL" clId="{ACA3504E-162E-4855-B07D-C55406371B91}" dt="2021-02-11T20:07:30.132" v="256" actId="14100"/>
          <ac:picMkLst>
            <pc:docMk/>
            <pc:sldMk cId="2614069856" sldId="360"/>
            <ac:picMk id="2056" creationId="{8C9DCD66-D839-48CE-A9CA-269B0E21023F}"/>
          </ac:picMkLst>
        </pc:picChg>
        <pc:picChg chg="add mod">
          <ac:chgData name="Sebastian Roldan Vasco" userId="31418594-e352-4801-9a96-51c3bb16e3dc" providerId="ADAL" clId="{ACA3504E-162E-4855-B07D-C55406371B91}" dt="2021-02-11T20:07:39.102" v="260" actId="14100"/>
          <ac:picMkLst>
            <pc:docMk/>
            <pc:sldMk cId="2614069856" sldId="360"/>
            <ac:picMk id="2064" creationId="{EBA09B60-35D8-4E64-A571-BB3AA8D2995A}"/>
          </ac:picMkLst>
        </pc:picChg>
        <pc:cxnChg chg="mod">
          <ac:chgData name="Sebastian Roldan Vasco" userId="31418594-e352-4801-9a96-51c3bb16e3dc" providerId="ADAL" clId="{ACA3504E-162E-4855-B07D-C55406371B91}" dt="2021-02-11T20:06:05.722" v="237" actId="14100"/>
          <ac:cxnSpMkLst>
            <pc:docMk/>
            <pc:sldMk cId="2614069856" sldId="360"/>
            <ac:cxnSpMk id="21" creationId="{172CE6BF-A41E-4D91-A5E1-D5DEF6DCE084}"/>
          </ac:cxnSpMkLst>
        </pc:cxnChg>
        <pc:cxnChg chg="mod">
          <ac:chgData name="Sebastian Roldan Vasco" userId="31418594-e352-4801-9a96-51c3bb16e3dc" providerId="ADAL" clId="{ACA3504E-162E-4855-B07D-C55406371B91}" dt="2021-02-11T20:07:39.102" v="260" actId="14100"/>
          <ac:cxnSpMkLst>
            <pc:docMk/>
            <pc:sldMk cId="2614069856" sldId="360"/>
            <ac:cxnSpMk id="22" creationId="{00000000-0000-0000-0000-000000000000}"/>
          </ac:cxnSpMkLst>
        </pc:cxnChg>
        <pc:cxnChg chg="mod">
          <ac:chgData name="Sebastian Roldan Vasco" userId="31418594-e352-4801-9a96-51c3bb16e3dc" providerId="ADAL" clId="{ACA3504E-162E-4855-B07D-C55406371B91}" dt="2021-02-11T20:07:33.098" v="257" actId="14100"/>
          <ac:cxnSpMkLst>
            <pc:docMk/>
            <pc:sldMk cId="2614069856" sldId="360"/>
            <ac:cxnSpMk id="31" creationId="{5150C4F3-2638-4667-B5CC-1743F95FD7C9}"/>
          </ac:cxnSpMkLst>
        </pc:cxnChg>
      </pc:sldChg>
      <pc:sldChg chg="modSp add del mod">
        <pc:chgData name="Sebastian Roldan Vasco" userId="31418594-e352-4801-9a96-51c3bb16e3dc" providerId="ADAL" clId="{ACA3504E-162E-4855-B07D-C55406371B91}" dt="2021-02-11T20:04:23.510" v="197" actId="47"/>
        <pc:sldMkLst>
          <pc:docMk/>
          <pc:sldMk cId="2769733545" sldId="360"/>
        </pc:sldMkLst>
        <pc:spChg chg="mod">
          <ac:chgData name="Sebastian Roldan Vasco" userId="31418594-e352-4801-9a96-51c3bb16e3dc" providerId="ADAL" clId="{ACA3504E-162E-4855-B07D-C55406371B91}" dt="2021-02-11T20:04:14.871" v="196" actId="20577"/>
          <ac:spMkLst>
            <pc:docMk/>
            <pc:sldMk cId="2769733545" sldId="360"/>
            <ac:spMk id="14" creationId="{00000000-0000-0000-0000-000000000000}"/>
          </ac:spMkLst>
        </pc:spChg>
      </pc:sldChg>
      <pc:sldChg chg="addSp delSp modSp add mod">
        <pc:chgData name="Sebastian Roldan Vasco" userId="31418594-e352-4801-9a96-51c3bb16e3dc" providerId="ADAL" clId="{ACA3504E-162E-4855-B07D-C55406371B91}" dt="2021-02-11T20:11:19.183" v="390" actId="1035"/>
        <pc:sldMkLst>
          <pc:docMk/>
          <pc:sldMk cId="3902254347" sldId="361"/>
        </pc:sldMkLst>
        <pc:spChg chg="mod">
          <ac:chgData name="Sebastian Roldan Vasco" userId="31418594-e352-4801-9a96-51c3bb16e3dc" providerId="ADAL" clId="{ACA3504E-162E-4855-B07D-C55406371B91}" dt="2021-02-11T20:07:59.716" v="268" actId="20577"/>
          <ac:spMkLst>
            <pc:docMk/>
            <pc:sldMk cId="3902254347" sldId="361"/>
            <ac:spMk id="14" creationId="{00000000-0000-0000-0000-000000000000}"/>
          </ac:spMkLst>
        </pc:spChg>
        <pc:spChg chg="mod">
          <ac:chgData name="Sebastian Roldan Vasco" userId="31418594-e352-4801-9a96-51c3bb16e3dc" providerId="ADAL" clId="{ACA3504E-162E-4855-B07D-C55406371B91}" dt="2021-02-11T20:09:15.063" v="366" actId="20577"/>
          <ac:spMkLst>
            <pc:docMk/>
            <pc:sldMk cId="3902254347" sldId="361"/>
            <ac:spMk id="33" creationId="{FF091885-FE7D-474D-9C8A-BBA7745890EE}"/>
          </ac:spMkLst>
        </pc:spChg>
        <pc:picChg chg="del">
          <ac:chgData name="Sebastian Roldan Vasco" userId="31418594-e352-4801-9a96-51c3bb16e3dc" providerId="ADAL" clId="{ACA3504E-162E-4855-B07D-C55406371B91}" dt="2021-02-11T20:09:19.412" v="368" actId="478"/>
          <ac:picMkLst>
            <pc:docMk/>
            <pc:sldMk cId="3902254347" sldId="361"/>
            <ac:picMk id="2052" creationId="{992F91CA-909D-42D0-9E2C-409010D99C91}"/>
          </ac:picMkLst>
        </pc:picChg>
        <pc:picChg chg="del">
          <ac:chgData name="Sebastian Roldan Vasco" userId="31418594-e352-4801-9a96-51c3bb16e3dc" providerId="ADAL" clId="{ACA3504E-162E-4855-B07D-C55406371B91}" dt="2021-02-11T20:09:21.094" v="369" actId="478"/>
          <ac:picMkLst>
            <pc:docMk/>
            <pc:sldMk cId="3902254347" sldId="361"/>
            <ac:picMk id="2056" creationId="{8C9DCD66-D839-48CE-A9CA-269B0E21023F}"/>
          </ac:picMkLst>
        </pc:picChg>
        <pc:picChg chg="del">
          <ac:chgData name="Sebastian Roldan Vasco" userId="31418594-e352-4801-9a96-51c3bb16e3dc" providerId="ADAL" clId="{ACA3504E-162E-4855-B07D-C55406371B91}" dt="2021-02-11T20:09:17.389" v="367" actId="478"/>
          <ac:picMkLst>
            <pc:docMk/>
            <pc:sldMk cId="3902254347" sldId="361"/>
            <ac:picMk id="2064" creationId="{EBA09B60-35D8-4E64-A571-BB3AA8D2995A}"/>
          </ac:picMkLst>
        </pc:picChg>
        <pc:picChg chg="add mod">
          <ac:chgData name="Sebastian Roldan Vasco" userId="31418594-e352-4801-9a96-51c3bb16e3dc" providerId="ADAL" clId="{ACA3504E-162E-4855-B07D-C55406371B91}" dt="2021-02-11T20:11:03.714" v="384" actId="1076"/>
          <ac:picMkLst>
            <pc:docMk/>
            <pc:sldMk cId="3902254347" sldId="361"/>
            <ac:picMk id="5122" creationId="{75EAB0F6-2873-4077-A079-4621F1FC82AA}"/>
          </ac:picMkLst>
        </pc:picChg>
        <pc:picChg chg="add mod">
          <ac:chgData name="Sebastian Roldan Vasco" userId="31418594-e352-4801-9a96-51c3bb16e3dc" providerId="ADAL" clId="{ACA3504E-162E-4855-B07D-C55406371B91}" dt="2021-02-11T20:11:14.282" v="388" actId="14100"/>
          <ac:picMkLst>
            <pc:docMk/>
            <pc:sldMk cId="3902254347" sldId="361"/>
            <ac:picMk id="5124" creationId="{10142DD2-59AD-4A55-8BB5-5F02DFAE92C5}"/>
          </ac:picMkLst>
        </pc:picChg>
        <pc:picChg chg="add mod">
          <ac:chgData name="Sebastian Roldan Vasco" userId="31418594-e352-4801-9a96-51c3bb16e3dc" providerId="ADAL" clId="{ACA3504E-162E-4855-B07D-C55406371B91}" dt="2021-02-11T20:11:19.183" v="390" actId="1035"/>
          <ac:picMkLst>
            <pc:docMk/>
            <pc:sldMk cId="3902254347" sldId="361"/>
            <ac:picMk id="5126" creationId="{0BABDFF3-C018-4E2C-BF72-0A3264F43DCB}"/>
          </ac:picMkLst>
        </pc:picChg>
        <pc:cxnChg chg="mod">
          <ac:chgData name="Sebastian Roldan Vasco" userId="31418594-e352-4801-9a96-51c3bb16e3dc" providerId="ADAL" clId="{ACA3504E-162E-4855-B07D-C55406371B91}" dt="2021-02-11T20:11:19.183" v="390" actId="1035"/>
          <ac:cxnSpMkLst>
            <pc:docMk/>
            <pc:sldMk cId="3902254347" sldId="361"/>
            <ac:cxnSpMk id="21" creationId="{172CE6BF-A41E-4D91-A5E1-D5DEF6DCE084}"/>
          </ac:cxnSpMkLst>
        </pc:cxnChg>
        <pc:cxnChg chg="mod">
          <ac:chgData name="Sebastian Roldan Vasco" userId="31418594-e352-4801-9a96-51c3bb16e3dc" providerId="ADAL" clId="{ACA3504E-162E-4855-B07D-C55406371B91}" dt="2021-02-11T20:11:03.714" v="384" actId="1076"/>
          <ac:cxnSpMkLst>
            <pc:docMk/>
            <pc:sldMk cId="3902254347" sldId="361"/>
            <ac:cxnSpMk id="22" creationId="{00000000-0000-0000-0000-000000000000}"/>
          </ac:cxnSpMkLst>
        </pc:cxnChg>
        <pc:cxnChg chg="mod">
          <ac:chgData name="Sebastian Roldan Vasco" userId="31418594-e352-4801-9a96-51c3bb16e3dc" providerId="ADAL" clId="{ACA3504E-162E-4855-B07D-C55406371B91}" dt="2021-02-11T20:11:14.282" v="388" actId="14100"/>
          <ac:cxnSpMkLst>
            <pc:docMk/>
            <pc:sldMk cId="3902254347" sldId="361"/>
            <ac:cxnSpMk id="31" creationId="{5150C4F3-2638-4667-B5CC-1743F95FD7C9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19:43:30.5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24575,'2648'0'-1365,"-2629"0"-5461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19:43:30.54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10 24575,'2606'0'0,"-2597"0"-341,0 0 0,0-1-1,9-2 1,0-3-6485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19:43:30.54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24575,'1157'0'-1365,"-1138"0"-5461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19:43:30.54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26 24575,'827'0'0,"-797"-1"63,51-11-1,-51 6-807,43-1 0,-54 7-6081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A382A-AF57-DA44-AE3C-92B3E9D40F87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9058A-A6E6-6E41-8A6A-66B8A32E02D1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631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835CD5-9225-485D-87BA-21CF9399C9A2}" type="slidenum">
              <a:rPr lang="es-CO" smtClean="0"/>
              <a:pPr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758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2E906-4741-40D7-9478-41F0CC0B0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7F768F-B6A3-4485-92F6-7AB370141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A18024-C239-41C7-8CF3-91AF7362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9/08/2024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52F16-4302-4D0D-AB03-E7E9FCF37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FAA502-A53A-498C-804F-22EB815D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6022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42D17F-EDC4-4F4A-B385-8181931EF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2C8F24-EAEB-4F62-8745-0B5A13775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AF991C-C7F4-4ED2-8B10-089AB309D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9/08/2024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A1A08F-C12F-4704-BC68-4EE403B94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4D5B1E-573B-494A-B7E3-BB5DF9739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0603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F2B0D-99FA-4A9A-A0CB-5A2B68E0F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A62312-05D6-4482-AD9B-9E789357D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0C9F44-77FE-43EF-8D14-9E6412B00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9/08/2024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6E8E68-1E98-4782-A1AE-C42FC1475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53B340-7248-4211-B41C-768DCAD8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4841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EC1CB5-31CA-4B44-B90D-FBD210BD3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276C7E-7647-4A6F-9852-6195B42348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936BF28-D9A1-4998-81FF-DA25A1B30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8DCE88-0C55-4BB7-9016-CB3415666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9/08/2024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D9448E-78D9-4F6E-9318-66C2EA57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49ABF0-FD3C-46BF-A7DB-13B65108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7815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F7DBEB-C5C6-49CF-9162-C7AC8CC88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FDD3AB-2F27-4F3B-A751-F824E9EF8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1C1A42-95BD-47FB-8D29-3165CB589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A10A410-7A97-4B9D-AEFB-9038D6D5F7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89C8721-088C-4F9C-90B5-1F90081AE4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2410624-515D-4556-8B0F-4B14D5F8A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9/08/2024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526D442-3F7F-4E63-9D95-D2AE458E6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8B5490A-5B82-4FB0-B577-B14EEE0E1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1057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72D892-D28B-4F53-9F31-0FD247053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E1E9A6-668E-4B06-8A0F-BD0CBF4E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9/08/2024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934B16-82D9-4728-A8E3-6B95DFF86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CBED59-2457-486C-9200-03F7C7518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3636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1F9CC88-71DC-4479-8235-EB3ADDEF6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9/08/2024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12DF6FA-C605-4F60-AAA2-D88731129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F51155-68E1-49FE-B330-289DC5FFF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4705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A39A5-41CB-4FA6-85B2-15BBA611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F02B50-389C-4490-ABD3-8CD0D1956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1CA15BD-15B4-43E7-B57E-E3AFE0BF1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3ED81A-C9B4-4E33-A8A8-29780FB69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9/08/2024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036517-F394-4392-8769-511B69491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95C785-D7E7-4A6F-8834-10F3253CE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313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57E42-F403-4C7F-BCEB-D1604793E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DB6F68-2DC8-44B4-82C0-9EB78D52DC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3A7429-15DE-426C-9A8D-84F0F629D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156D9C-8BDA-443F-9916-12E11200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9/08/2024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8BAD7D-0F0B-4622-901A-A63378EC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12AE96-3A72-4067-898D-FA3C690FF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9030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6562A-9143-4E9F-BB82-2365F2E62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C61B4B-D3DE-4C00-B28E-1227C5C29A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4B8008-7546-4E25-AA9D-50C0BA2C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9/08/2024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5420B7-7456-4AF1-B030-1A4E0DD68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EDB246-3C88-4FF3-8C05-C72F890D4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01932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F884DA-4BBA-42C7-8963-45605CC23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0EA7BE-1335-4D8E-970A-4EE67EF98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D130EB-85BB-473B-AA12-DD43A20ED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9/08/2024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44433E-53CB-40EA-B5C9-AEF5AF40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9261FC-F8D4-44F6-9569-9EE3A8525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85828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167FB70-14A3-47B9-BAE4-183AA2A0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308370-8929-40C0-A916-8378ED5A7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975204-1F44-4694-AA3E-429AA71DD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09AFB-43C0-410D-81C0-4D7D40B09E7B}" type="datetimeFigureOut">
              <a:rPr lang="es-CO" smtClean="0"/>
              <a:pPr/>
              <a:t>9/08/2024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7D580D-3EA0-49DE-A88C-DE917A1F8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843A20-8A00-45A4-A103-00B5F78C1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8918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.jpeg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tiobe.com/tiobe-index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39552" y="1412776"/>
            <a:ext cx="7772400" cy="2387600"/>
          </a:xfrm>
        </p:spPr>
        <p:txBody>
          <a:bodyPr>
            <a:normAutofit/>
          </a:bodyPr>
          <a:lstStyle/>
          <a:p>
            <a:r>
              <a:rPr lang="es-ES" sz="5000" dirty="0"/>
              <a:t>SCIENTIFIC COMPUTING</a:t>
            </a:r>
            <a:br>
              <a:rPr lang="es-ES" dirty="0"/>
            </a:br>
            <a:br>
              <a:rPr lang="es-ES" dirty="0"/>
            </a:br>
            <a:r>
              <a:rPr lang="es-ES" sz="4400" dirty="0"/>
              <a:t>Python Essentials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143000" y="4437112"/>
            <a:ext cx="6858000" cy="1655762"/>
          </a:xfrm>
        </p:spPr>
        <p:txBody>
          <a:bodyPr>
            <a:normAutofit/>
          </a:bodyPr>
          <a:lstStyle/>
          <a:p>
            <a:r>
              <a:rPr lang="es-ES" dirty="0"/>
              <a:t>SEBASTIÁN ROLDÁN VASCO, </a:t>
            </a:r>
            <a:r>
              <a:rPr lang="es-ES" dirty="0" err="1"/>
              <a:t>MSc</a:t>
            </a:r>
            <a:r>
              <a:rPr lang="es-ES" dirty="0"/>
              <a:t>., PhD.</a:t>
            </a:r>
          </a:p>
          <a:p>
            <a:r>
              <a:rPr lang="es-ES" dirty="0"/>
              <a:t>sebastianroldan@itm.edu.co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scientific</a:t>
            </a:r>
            <a:r>
              <a:rPr lang="es-ES" dirty="0"/>
              <a:t> </a:t>
            </a:r>
            <a:r>
              <a:rPr lang="es-ES" dirty="0" err="1"/>
              <a:t>computing</a:t>
            </a:r>
            <a:r>
              <a:rPr lang="es-ES" dirty="0"/>
              <a:t>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682094-B800-0C2A-B106-2937070C3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It is the application of computer programming techniques to solve scientific problems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Numerical computations: </a:t>
            </a:r>
          </a:p>
          <a:p>
            <a:endParaRPr lang="en-US" dirty="0"/>
          </a:p>
          <a:p>
            <a:pPr lvl="1"/>
            <a:r>
              <a:rPr lang="en-US" dirty="0"/>
              <a:t>Complex mathematical calculations and numerical simulations</a:t>
            </a:r>
          </a:p>
          <a:p>
            <a:pPr lvl="1"/>
            <a:endParaRPr lang="en-US" dirty="0"/>
          </a:p>
          <a:p>
            <a:pPr lvl="1"/>
            <a:r>
              <a:rPr lang="en-US" i="1" dirty="0"/>
              <a:t>Exempli gratia </a:t>
            </a:r>
            <a:r>
              <a:rPr lang="en-US" dirty="0"/>
              <a:t>(e.g.) differential equations, optimization problems, statistical analysis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Data Analysis and Visualization:</a:t>
            </a:r>
          </a:p>
          <a:p>
            <a:endParaRPr lang="en-US" dirty="0"/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Analysis of large datasets to extract meaningful insights</a:t>
            </a:r>
          </a:p>
          <a:p>
            <a:pPr lvl="1"/>
            <a:endParaRPr lang="es-CO" dirty="0"/>
          </a:p>
          <a:p>
            <a:pPr lvl="1"/>
            <a:r>
              <a:rPr lang="es-CO" dirty="0" err="1"/>
              <a:t>E.g</a:t>
            </a:r>
            <a:r>
              <a:rPr lang="es-CO" dirty="0"/>
              <a:t>. </a:t>
            </a:r>
            <a:r>
              <a:rPr lang="es-CO" dirty="0" err="1"/>
              <a:t>violin</a:t>
            </a:r>
            <a:r>
              <a:rPr lang="es-CO" dirty="0"/>
              <a:t> </a:t>
            </a:r>
            <a:r>
              <a:rPr lang="es-CO" dirty="0" err="1"/>
              <a:t>plots</a:t>
            </a:r>
            <a:r>
              <a:rPr lang="es-CO" dirty="0"/>
              <a:t>, </a:t>
            </a:r>
            <a:r>
              <a:rPr lang="es-CO" dirty="0" err="1"/>
              <a:t>spatial</a:t>
            </a:r>
            <a:r>
              <a:rPr lang="es-CO" dirty="0"/>
              <a:t> </a:t>
            </a:r>
            <a:r>
              <a:rPr lang="es-CO" dirty="0" err="1"/>
              <a:t>distributions</a:t>
            </a:r>
            <a:r>
              <a:rPr lang="es-CO" dirty="0"/>
              <a:t>, radar </a:t>
            </a:r>
            <a:r>
              <a:rPr lang="es-CO" dirty="0" err="1"/>
              <a:t>maps</a:t>
            </a:r>
            <a:r>
              <a:rPr lang="es-CO" dirty="0"/>
              <a:t>, </a:t>
            </a:r>
            <a:r>
              <a:rPr lang="es-CO" dirty="0" err="1"/>
              <a:t>diffusion</a:t>
            </a:r>
            <a:r>
              <a:rPr lang="es-CO" dirty="0"/>
              <a:t> </a:t>
            </a:r>
            <a:r>
              <a:rPr lang="es-CO" dirty="0" err="1"/>
              <a:t>cartograms</a:t>
            </a:r>
            <a:endParaRPr lang="es-CO" dirty="0"/>
          </a:p>
          <a:p>
            <a:pPr marL="0" indent="0">
              <a:buNone/>
            </a:pP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</p:spTree>
    <p:extLst>
      <p:ext uri="{BB962C8B-B14F-4D97-AF65-F5344CB8AC3E}">
        <p14:creationId xmlns:p14="http://schemas.microsoft.com/office/powerpoint/2010/main" val="218879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444E4E79-6DF5-7691-F764-AA2DA82A82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063" y="1825625"/>
            <a:ext cx="609187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scientific</a:t>
            </a:r>
            <a:r>
              <a:rPr lang="es-ES" dirty="0"/>
              <a:t> </a:t>
            </a:r>
            <a:r>
              <a:rPr lang="es-ES" dirty="0" err="1"/>
              <a:t>computing</a:t>
            </a:r>
            <a:r>
              <a:rPr lang="es-ES" dirty="0"/>
              <a:t>?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49A4A85-467F-46B3-AF0F-5CD2E6E65672}"/>
              </a:ext>
            </a:extLst>
          </p:cNvPr>
          <p:cNvSpPr txBox="1"/>
          <p:nvPr/>
        </p:nvSpPr>
        <p:spPr>
          <a:xfrm>
            <a:off x="742950" y="5927339"/>
            <a:ext cx="68956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https://jtr13.github.io/cc20/introduction-to-violin-plots.html</a:t>
            </a:r>
          </a:p>
        </p:txBody>
      </p:sp>
    </p:spTree>
    <p:extLst>
      <p:ext uri="{BB962C8B-B14F-4D97-AF65-F5344CB8AC3E}">
        <p14:creationId xmlns:p14="http://schemas.microsoft.com/office/powerpoint/2010/main" val="3197417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scientific</a:t>
            </a:r>
            <a:r>
              <a:rPr lang="es-ES" dirty="0"/>
              <a:t> </a:t>
            </a:r>
            <a:r>
              <a:rPr lang="es-ES" dirty="0" err="1"/>
              <a:t>computing</a:t>
            </a:r>
            <a:r>
              <a:rPr lang="es-ES" dirty="0"/>
              <a:t>?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pic>
        <p:nvPicPr>
          <p:cNvPr id="1026" name="Picture 2" descr="Remapping the World's Population">
            <a:extLst>
              <a:ext uri="{FF2B5EF4-FFF2-40B4-BE49-F238E27FC236}">
                <a16:creationId xmlns:a16="http://schemas.microsoft.com/office/drawing/2014/main" id="{FA981C48-540F-54E8-3F97-B3DA3830003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2091531"/>
            <a:ext cx="7658100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E49A4A85-467F-46B3-AF0F-5CD2E6E65672}"/>
              </a:ext>
            </a:extLst>
          </p:cNvPr>
          <p:cNvSpPr txBox="1"/>
          <p:nvPr/>
        </p:nvSpPr>
        <p:spPr>
          <a:xfrm>
            <a:off x="742950" y="5927339"/>
            <a:ext cx="68956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https://www.esri.com/news/arcuser/0110/cartograms.html</a:t>
            </a:r>
          </a:p>
        </p:txBody>
      </p:sp>
    </p:spTree>
    <p:extLst>
      <p:ext uri="{BB962C8B-B14F-4D97-AF65-F5344CB8AC3E}">
        <p14:creationId xmlns:p14="http://schemas.microsoft.com/office/powerpoint/2010/main" val="3564208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scientific</a:t>
            </a:r>
            <a:r>
              <a:rPr lang="es-ES" dirty="0"/>
              <a:t> </a:t>
            </a:r>
            <a:r>
              <a:rPr lang="es-ES" dirty="0" err="1"/>
              <a:t>computing</a:t>
            </a:r>
            <a:r>
              <a:rPr lang="es-ES" dirty="0"/>
              <a:t>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682094-B800-0C2A-B106-2937070C3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Algorithm design: </a:t>
            </a:r>
          </a:p>
          <a:p>
            <a:endParaRPr lang="en-US" dirty="0"/>
          </a:p>
          <a:p>
            <a:pPr lvl="1"/>
            <a:r>
              <a:rPr lang="en-US" dirty="0"/>
              <a:t>To handle complex computations and optimize performance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E.g. linear algebra, optimization, signal processing, machine learning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Modeling and Simulation:</a:t>
            </a:r>
          </a:p>
          <a:p>
            <a:endParaRPr lang="en-US" dirty="0"/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From simple mathematical models to complex simulations </a:t>
            </a:r>
          </a:p>
          <a:p>
            <a:pPr lvl="1"/>
            <a:endParaRPr lang="en-US" dirty="0">
              <a:solidFill>
                <a:srgbClr val="0D0D0D"/>
              </a:solidFill>
              <a:latin typeface="Söhne"/>
            </a:endParaRPr>
          </a:p>
          <a:p>
            <a:pPr lvl="1"/>
            <a:r>
              <a:rPr lang="es-CO" dirty="0" err="1"/>
              <a:t>E.g</a:t>
            </a:r>
            <a:r>
              <a:rPr lang="es-CO" dirty="0"/>
              <a:t>. linear </a:t>
            </a:r>
            <a:r>
              <a:rPr lang="es-CO" dirty="0" err="1"/>
              <a:t>regression</a:t>
            </a:r>
            <a:r>
              <a:rPr lang="es-CO" dirty="0"/>
              <a:t>, Support Vector Machines, </a:t>
            </a:r>
            <a:r>
              <a:rPr lang="es-CO" dirty="0" err="1"/>
              <a:t>Convolutional</a:t>
            </a:r>
            <a:r>
              <a:rPr lang="es-CO" dirty="0"/>
              <a:t> Neural Networks</a:t>
            </a:r>
          </a:p>
          <a:p>
            <a:pPr lvl="1"/>
            <a:endParaRPr lang="es-CO" dirty="0"/>
          </a:p>
          <a:p>
            <a:r>
              <a:rPr lang="en-US" dirty="0"/>
              <a:t>Interdisciplinary collaboration:</a:t>
            </a:r>
          </a:p>
          <a:p>
            <a:endParaRPr lang="en-US" dirty="0"/>
          </a:p>
          <a:p>
            <a:pPr lvl="1"/>
            <a:r>
              <a:rPr lang="en-US" dirty="0"/>
              <a:t>S.P. involves different disciplines, such as physics, biology, chemistry, engineering, and computer science.</a:t>
            </a:r>
            <a:endParaRPr lang="es-CO" dirty="0"/>
          </a:p>
          <a:p>
            <a:pPr lvl="1"/>
            <a:endParaRPr lang="es-CO" dirty="0"/>
          </a:p>
          <a:p>
            <a:pPr marL="0" indent="0">
              <a:buNone/>
            </a:pP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</p:spTree>
    <p:extLst>
      <p:ext uri="{BB962C8B-B14F-4D97-AF65-F5344CB8AC3E}">
        <p14:creationId xmlns:p14="http://schemas.microsoft.com/office/powerpoint/2010/main" val="1402023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Programming</a:t>
            </a:r>
            <a:r>
              <a:rPr lang="es-ES" dirty="0"/>
              <a:t> </a:t>
            </a:r>
            <a:r>
              <a:rPr lang="es-ES" dirty="0" err="1"/>
              <a:t>languages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SC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682094-B800-0C2A-B106-2937070C3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Python</a:t>
            </a:r>
          </a:p>
          <a:p>
            <a:r>
              <a:rPr lang="es-ES" dirty="0"/>
              <a:t>Matlab</a:t>
            </a:r>
          </a:p>
          <a:p>
            <a:r>
              <a:rPr lang="es-ES" dirty="0"/>
              <a:t>R</a:t>
            </a:r>
          </a:p>
          <a:p>
            <a:r>
              <a:rPr lang="es-ES" dirty="0"/>
              <a:t>Julia</a:t>
            </a:r>
          </a:p>
          <a:p>
            <a:r>
              <a:rPr lang="es-ES" dirty="0"/>
              <a:t>Fortran</a:t>
            </a:r>
          </a:p>
          <a:p>
            <a:r>
              <a:rPr lang="es-ES" dirty="0" err="1"/>
              <a:t>Javascript</a:t>
            </a:r>
            <a:endParaRPr lang="es-ES" dirty="0"/>
          </a:p>
          <a:p>
            <a:r>
              <a:rPr lang="es-ES" dirty="0" err="1"/>
              <a:t>etc</a:t>
            </a:r>
            <a:endParaRPr lang="es-ES" dirty="0"/>
          </a:p>
          <a:p>
            <a:endParaRPr lang="es-ES" dirty="0"/>
          </a:p>
          <a:p>
            <a:pPr marL="0" indent="0">
              <a:buNone/>
            </a:pPr>
            <a:r>
              <a:rPr lang="es-ES" dirty="0" err="1"/>
              <a:t>They</a:t>
            </a:r>
            <a:r>
              <a:rPr lang="es-ES" dirty="0"/>
              <a:t> </a:t>
            </a:r>
            <a:r>
              <a:rPr lang="es-ES" dirty="0" err="1"/>
              <a:t>have</a:t>
            </a:r>
            <a:r>
              <a:rPr lang="es-ES" dirty="0"/>
              <a:t> </a:t>
            </a:r>
            <a:r>
              <a:rPr lang="es-ES" dirty="0" err="1"/>
              <a:t>tools</a:t>
            </a:r>
            <a:r>
              <a:rPr lang="es-ES" dirty="0"/>
              <a:t>, </a:t>
            </a:r>
            <a:r>
              <a:rPr lang="es-ES" dirty="0" err="1"/>
              <a:t>libraries</a:t>
            </a:r>
            <a:r>
              <a:rPr lang="es-ES" dirty="0"/>
              <a:t> and </a:t>
            </a:r>
            <a:r>
              <a:rPr lang="es-ES" dirty="0" err="1"/>
              <a:t>frameworks</a:t>
            </a:r>
            <a:r>
              <a:rPr lang="es-ES" dirty="0"/>
              <a:t> </a:t>
            </a:r>
            <a:r>
              <a:rPr lang="es-ES" dirty="0" err="1"/>
              <a:t>tailored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SC </a:t>
            </a:r>
            <a:r>
              <a:rPr lang="es-ES" dirty="0" err="1"/>
              <a:t>problems</a:t>
            </a:r>
            <a:r>
              <a:rPr lang="es-ES" dirty="0"/>
              <a:t> and </a:t>
            </a:r>
            <a:r>
              <a:rPr lang="es-ES" dirty="0" err="1"/>
              <a:t>tasks</a:t>
            </a:r>
            <a:endParaRPr lang="es-CO" dirty="0"/>
          </a:p>
          <a:p>
            <a:pPr marL="0" indent="0">
              <a:buNone/>
            </a:pP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 Vasco, </a:t>
            </a:r>
            <a:r>
              <a:rPr lang="es-CO" dirty="0" err="1"/>
              <a:t>MSc</a:t>
            </a:r>
            <a:r>
              <a:rPr lang="es-CO" dirty="0"/>
              <a:t>, PhD | </a:t>
            </a:r>
            <a:r>
              <a:rPr lang="es-CO" dirty="0" err="1"/>
              <a:t>Scientific</a:t>
            </a:r>
            <a:r>
              <a:rPr lang="es-CO" dirty="0"/>
              <a:t> </a:t>
            </a:r>
            <a:r>
              <a:rPr lang="es-CO" dirty="0" err="1"/>
              <a:t>programming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15384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Python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 Vasco, </a:t>
            </a:r>
            <a:r>
              <a:rPr lang="es-CO" dirty="0" err="1"/>
              <a:t>MSc</a:t>
            </a:r>
            <a:r>
              <a:rPr lang="es-CO" dirty="0"/>
              <a:t>, PhD | </a:t>
            </a:r>
            <a:r>
              <a:rPr lang="es-CO" dirty="0" err="1"/>
              <a:t>Scientific</a:t>
            </a:r>
            <a:r>
              <a:rPr lang="es-CO" dirty="0"/>
              <a:t> </a:t>
            </a:r>
            <a:r>
              <a:rPr lang="es-CO" dirty="0" err="1"/>
              <a:t>programming</a:t>
            </a:r>
            <a:endParaRPr lang="es-CO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6513F9-0381-74D8-E70F-CAC2E09DA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s-ES" dirty="0" err="1"/>
              <a:t>Programming</a:t>
            </a:r>
            <a:r>
              <a:rPr lang="es-ES" dirty="0"/>
              <a:t> </a:t>
            </a:r>
            <a:r>
              <a:rPr lang="es-ES" dirty="0" err="1"/>
              <a:t>language</a:t>
            </a:r>
            <a:r>
              <a:rPr lang="es-ES" dirty="0"/>
              <a:t> </a:t>
            </a:r>
            <a:r>
              <a:rPr lang="es-ES" dirty="0" err="1"/>
              <a:t>created</a:t>
            </a:r>
            <a:r>
              <a:rPr lang="es-ES" dirty="0"/>
              <a:t> in </a:t>
            </a:r>
            <a:r>
              <a:rPr lang="es-ES" dirty="0" err="1"/>
              <a:t>the</a:t>
            </a:r>
            <a:r>
              <a:rPr lang="es-ES" dirty="0"/>
              <a:t> 1990s (Guido van Rossum)</a:t>
            </a:r>
          </a:p>
          <a:p>
            <a:r>
              <a:rPr lang="es-ES" b="1" dirty="0">
                <a:highlight>
                  <a:srgbClr val="FFFF00"/>
                </a:highlight>
              </a:rPr>
              <a:t>High-</a:t>
            </a:r>
            <a:r>
              <a:rPr lang="es-ES" b="1" dirty="0" err="1">
                <a:highlight>
                  <a:srgbClr val="FFFF00"/>
                </a:highlight>
              </a:rPr>
              <a:t>level</a:t>
            </a:r>
            <a:r>
              <a:rPr lang="es-ES" dirty="0"/>
              <a:t> </a:t>
            </a:r>
            <a:r>
              <a:rPr lang="es-ES" dirty="0" err="1"/>
              <a:t>language</a:t>
            </a:r>
            <a:r>
              <a:rPr lang="es-ES" dirty="0"/>
              <a:t>, </a:t>
            </a:r>
            <a:r>
              <a:rPr lang="es-ES" dirty="0" err="1"/>
              <a:t>like</a:t>
            </a:r>
            <a:r>
              <a:rPr lang="es-ES" dirty="0"/>
              <a:t> C, C++, Perl, Java:</a:t>
            </a:r>
          </a:p>
          <a:p>
            <a:pPr lvl="1"/>
            <a:r>
              <a:rPr lang="es-ES" dirty="0"/>
              <a:t>Easy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write</a:t>
            </a:r>
            <a:endParaRPr lang="es-ES" dirty="0"/>
          </a:p>
          <a:p>
            <a:pPr lvl="1"/>
            <a:r>
              <a:rPr lang="es-ES" dirty="0"/>
              <a:t>Portable</a:t>
            </a:r>
          </a:p>
          <a:p>
            <a:r>
              <a:rPr lang="es-ES" dirty="0"/>
              <a:t>Python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an</a:t>
            </a:r>
            <a:r>
              <a:rPr lang="es-ES" dirty="0"/>
              <a:t> </a:t>
            </a:r>
            <a:r>
              <a:rPr lang="es-ES" dirty="0" err="1"/>
              <a:t>interpreted</a:t>
            </a:r>
            <a:r>
              <a:rPr lang="es-ES" dirty="0"/>
              <a:t> </a:t>
            </a:r>
            <a:r>
              <a:rPr lang="es-ES" dirty="0" err="1"/>
              <a:t>language</a:t>
            </a:r>
            <a:r>
              <a:rPr lang="es-ES" dirty="0"/>
              <a:t>:</a:t>
            </a:r>
          </a:p>
          <a:p>
            <a:pPr lvl="1"/>
            <a:r>
              <a:rPr lang="es-ES" dirty="0" err="1"/>
              <a:t>Interpreter</a:t>
            </a:r>
            <a:r>
              <a:rPr lang="es-ES" dirty="0"/>
              <a:t> in </a:t>
            </a:r>
            <a:r>
              <a:rPr lang="es-ES" dirty="0" err="1"/>
              <a:t>command</a:t>
            </a:r>
            <a:r>
              <a:rPr lang="es-ES" dirty="0"/>
              <a:t> </a:t>
            </a:r>
            <a:r>
              <a:rPr lang="es-ES" dirty="0" err="1"/>
              <a:t>mode</a:t>
            </a:r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r>
              <a:rPr lang="es-ES" dirty="0"/>
              <a:t>Script </a:t>
            </a:r>
            <a:r>
              <a:rPr lang="es-ES" dirty="0" err="1"/>
              <a:t>mode</a:t>
            </a:r>
            <a:r>
              <a:rPr lang="es-ES" dirty="0"/>
              <a:t> </a:t>
            </a:r>
            <a:r>
              <a:rPr lang="es-ES" dirty="0" err="1"/>
              <a:t>interpreter</a:t>
            </a:r>
            <a:r>
              <a:rPr lang="es-ES" dirty="0"/>
              <a:t> (.</a:t>
            </a:r>
            <a:r>
              <a:rPr lang="es-ES" dirty="0" err="1"/>
              <a:t>py</a:t>
            </a:r>
            <a:r>
              <a:rPr lang="es-ES" dirty="0"/>
              <a:t> files)</a:t>
            </a:r>
            <a:endParaRPr lang="es-CO" dirty="0"/>
          </a:p>
        </p:txBody>
      </p:sp>
      <p:grpSp>
        <p:nvGrpSpPr>
          <p:cNvPr id="8" name="Group 13">
            <a:extLst>
              <a:ext uri="{FF2B5EF4-FFF2-40B4-BE49-F238E27FC236}">
                <a16:creationId xmlns:a16="http://schemas.microsoft.com/office/drawing/2014/main" id="{D9FB7A83-BC27-6803-B14C-22D6C6E70EED}"/>
              </a:ext>
            </a:extLst>
          </p:cNvPr>
          <p:cNvGrpSpPr/>
          <p:nvPr/>
        </p:nvGrpSpPr>
        <p:grpSpPr>
          <a:xfrm>
            <a:off x="2274687" y="3976621"/>
            <a:ext cx="4594626" cy="1157354"/>
            <a:chOff x="2001832" y="4633825"/>
            <a:chExt cx="8188336" cy="1859050"/>
          </a:xfrm>
        </p:grpSpPr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2F3E4D55-9E37-C4AA-FCA5-4573D426A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01832" y="4633825"/>
              <a:ext cx="8188336" cy="1859050"/>
            </a:xfrm>
            <a:prstGeom prst="rect">
              <a:avLst/>
            </a:prstGeom>
          </p:spPr>
        </p:pic>
        <p:grpSp>
          <p:nvGrpSpPr>
            <p:cNvPr id="10" name="Group 12">
              <a:extLst>
                <a:ext uri="{FF2B5EF4-FFF2-40B4-BE49-F238E27FC236}">
                  <a16:creationId xmlns:a16="http://schemas.microsoft.com/office/drawing/2014/main" id="{3A953FF2-D802-CF3E-6C46-EDF2F8190FE2}"/>
                </a:ext>
              </a:extLst>
            </p:cNvPr>
            <p:cNvGrpSpPr/>
            <p:nvPr/>
          </p:nvGrpSpPr>
          <p:grpSpPr>
            <a:xfrm>
              <a:off x="2321691" y="4673097"/>
              <a:ext cx="2409840" cy="87480"/>
              <a:chOff x="2321691" y="4673097"/>
              <a:chExt cx="2409840" cy="874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11" name="Ink 7">
                    <a:extLst>
                      <a:ext uri="{FF2B5EF4-FFF2-40B4-BE49-F238E27FC236}">
                        <a16:creationId xmlns:a16="http://schemas.microsoft.com/office/drawing/2014/main" id="{CE4A1C13-5175-76BD-94DC-C3E27978CAC3}"/>
                      </a:ext>
                    </a:extLst>
                  </p14:cNvPr>
                  <p14:cNvContentPartPr/>
                  <p14:nvPr/>
                </p14:nvContentPartPr>
                <p14:xfrm>
                  <a:off x="3018291" y="4702257"/>
                  <a:ext cx="1711800" cy="360"/>
                </p14:xfrm>
              </p:contentPart>
            </mc:Choice>
            <mc:Fallback xmlns="">
              <p:pic>
                <p:nvPicPr>
                  <p:cNvPr id="8" name="Ink 7">
                    <a:extLst>
                      <a:ext uri="{FF2B5EF4-FFF2-40B4-BE49-F238E27FC236}">
                        <a16:creationId xmlns:a16="http://schemas.microsoft.com/office/drawing/2014/main" id="{4A83754E-F01A-8703-BBEF-40F5A4E38F16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2970647" y="4666257"/>
                    <a:ext cx="1807568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12" name="Ink 8">
                    <a:extLst>
                      <a:ext uri="{FF2B5EF4-FFF2-40B4-BE49-F238E27FC236}">
                        <a16:creationId xmlns:a16="http://schemas.microsoft.com/office/drawing/2014/main" id="{07F5C1E2-BD06-01B1-CCF4-7BF240D58531}"/>
                      </a:ext>
                    </a:extLst>
                  </p14:cNvPr>
                  <p14:cNvContentPartPr/>
                  <p14:nvPr/>
                </p14:nvContentPartPr>
                <p14:xfrm>
                  <a:off x="3018291" y="4754457"/>
                  <a:ext cx="1713240" cy="6120"/>
                </p14:xfrm>
              </p:contentPart>
            </mc:Choice>
            <mc:Fallback xmlns="">
              <p:pic>
                <p:nvPicPr>
                  <p:cNvPr id="9" name="Ink 8">
                    <a:extLst>
                      <a:ext uri="{FF2B5EF4-FFF2-40B4-BE49-F238E27FC236}">
                        <a16:creationId xmlns:a16="http://schemas.microsoft.com/office/drawing/2014/main" id="{DF7CBF09-BB33-D858-66CC-2D457CD4097C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2970648" y="4713657"/>
                    <a:ext cx="1809008" cy="8731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13" name="Ink 9">
                    <a:extLst>
                      <a:ext uri="{FF2B5EF4-FFF2-40B4-BE49-F238E27FC236}">
                        <a16:creationId xmlns:a16="http://schemas.microsoft.com/office/drawing/2014/main" id="{FC34EDFA-6351-B6FB-6D6C-1DF9DA797272}"/>
                      </a:ext>
                    </a:extLst>
                  </p14:cNvPr>
                  <p14:cNvContentPartPr/>
                  <p14:nvPr/>
                </p14:nvContentPartPr>
                <p14:xfrm>
                  <a:off x="2321691" y="4673097"/>
                  <a:ext cx="754560" cy="360"/>
                </p14:xfrm>
              </p:contentPart>
            </mc:Choice>
            <mc:Fallback xmlns=""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3A0004AE-18BF-3D75-6864-FE2E8173C0CD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2273569" y="4637097"/>
                    <a:ext cx="850324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14" name="Ink 11">
                    <a:extLst>
                      <a:ext uri="{FF2B5EF4-FFF2-40B4-BE49-F238E27FC236}">
                        <a16:creationId xmlns:a16="http://schemas.microsoft.com/office/drawing/2014/main" id="{C92FDDE8-5F31-3773-52BB-FA7BAD6E982A}"/>
                      </a:ext>
                    </a:extLst>
                  </p14:cNvPr>
                  <p14:cNvContentPartPr/>
                  <p14:nvPr/>
                </p14:nvContentPartPr>
                <p14:xfrm>
                  <a:off x="2336451" y="4730697"/>
                  <a:ext cx="680760" cy="15120"/>
                </p14:xfrm>
              </p:contentPart>
            </mc:Choice>
            <mc:Fallback xmlns=""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27A1CF36-B672-8409-983E-ECB673292F01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288822" y="4687497"/>
                    <a:ext cx="776499" cy="101088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pic>
        <p:nvPicPr>
          <p:cNvPr id="15" name="Picture 2" descr="Python Logo - PNG y Vector">
            <a:extLst>
              <a:ext uri="{FF2B5EF4-FFF2-40B4-BE49-F238E27FC236}">
                <a16:creationId xmlns:a16="http://schemas.microsoft.com/office/drawing/2014/main" id="{FF76CFA4-B0B2-3A47-B9AC-AE46F0726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492" y="2708920"/>
            <a:ext cx="1521619" cy="1693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2306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Why</a:t>
            </a:r>
            <a:r>
              <a:rPr lang="es-ES" dirty="0"/>
              <a:t> Python?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 Vasco, </a:t>
            </a:r>
            <a:r>
              <a:rPr lang="es-CO" dirty="0" err="1"/>
              <a:t>MSc</a:t>
            </a:r>
            <a:r>
              <a:rPr lang="es-CO" dirty="0"/>
              <a:t>, PhD | </a:t>
            </a:r>
            <a:r>
              <a:rPr lang="es-CO" dirty="0" err="1"/>
              <a:t>Scientific</a:t>
            </a:r>
            <a:r>
              <a:rPr lang="es-CO" dirty="0"/>
              <a:t> </a:t>
            </a:r>
            <a:r>
              <a:rPr lang="es-CO" dirty="0" err="1"/>
              <a:t>programming</a:t>
            </a:r>
            <a:endParaRPr lang="es-CO" dirty="0"/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33171247-DE7A-516F-FF54-E7922E77FC43}"/>
              </a:ext>
            </a:extLst>
          </p:cNvPr>
          <p:cNvSpPr txBox="1"/>
          <p:nvPr/>
        </p:nvSpPr>
        <p:spPr>
          <a:xfrm>
            <a:off x="304573" y="5565151"/>
            <a:ext cx="55519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50" dirty="0"/>
              <a:t>https://codingnomads.co/blog/</a:t>
            </a:r>
            <a:r>
              <a:rPr lang="es-CO" sz="1200" dirty="0"/>
              <a:t>the-best-programming-languages-to-learn</a:t>
            </a:r>
            <a:r>
              <a:rPr lang="es-CO" sz="1350" dirty="0"/>
              <a:t>/</a:t>
            </a:r>
          </a:p>
        </p:txBody>
      </p:sp>
      <p:pic>
        <p:nvPicPr>
          <p:cNvPr id="3074" name="Picture 2" descr="Top programming languages 2024">
            <a:extLst>
              <a:ext uri="{FF2B5EF4-FFF2-40B4-BE49-F238E27FC236}">
                <a16:creationId xmlns:a16="http://schemas.microsoft.com/office/drawing/2014/main" id="{00C842CF-C141-100C-3422-48D4D7E48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35" y="2146547"/>
            <a:ext cx="4589305" cy="3441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verage U.S. developer salaries">
            <a:extLst>
              <a:ext uri="{FF2B5EF4-FFF2-40B4-BE49-F238E27FC236}">
                <a16:creationId xmlns:a16="http://schemas.microsoft.com/office/drawing/2014/main" id="{5435FB70-99E1-EE6B-9D02-F98341625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124246"/>
            <a:ext cx="4331960" cy="3248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748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Why</a:t>
            </a:r>
            <a:r>
              <a:rPr lang="es-ES" dirty="0"/>
              <a:t> Python?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682094-B800-0C2A-B106-2937070C3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171110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most</a:t>
            </a:r>
            <a:r>
              <a:rPr lang="es-ES" dirty="0"/>
              <a:t> popular </a:t>
            </a:r>
            <a:r>
              <a:rPr lang="es-ES" dirty="0" err="1"/>
              <a:t>programming</a:t>
            </a:r>
            <a:r>
              <a:rPr lang="es-ES" dirty="0"/>
              <a:t> </a:t>
            </a:r>
            <a:r>
              <a:rPr lang="es-ES" dirty="0" err="1"/>
              <a:t>language</a:t>
            </a:r>
            <a:r>
              <a:rPr lang="es-ES" dirty="0"/>
              <a:t> </a:t>
            </a:r>
            <a:r>
              <a:rPr lang="es-ES" dirty="0" err="1"/>
              <a:t>according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CO" sz="2100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TIOBE </a:t>
            </a:r>
            <a:r>
              <a:rPr lang="es-CO" sz="2100" dirty="0" err="1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r>
              <a:rPr lang="es-CO" sz="2100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TIOBE</a:t>
            </a:r>
            <a:endParaRPr lang="es-CO" sz="2100" dirty="0"/>
          </a:p>
          <a:p>
            <a:pPr marL="0" indent="0">
              <a:buNone/>
            </a:pP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 Vasco, </a:t>
            </a:r>
            <a:r>
              <a:rPr lang="es-CO" dirty="0" err="1"/>
              <a:t>MSc</a:t>
            </a:r>
            <a:r>
              <a:rPr lang="es-CO" dirty="0"/>
              <a:t>, PhD | </a:t>
            </a:r>
            <a:r>
              <a:rPr lang="es-CO" dirty="0" err="1"/>
              <a:t>Scientific</a:t>
            </a:r>
            <a:r>
              <a:rPr lang="es-CO" dirty="0"/>
              <a:t> </a:t>
            </a:r>
            <a:r>
              <a:rPr lang="es-CO" dirty="0" err="1"/>
              <a:t>programming</a:t>
            </a: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EB98D04-7126-E6B4-1D39-0E80299CC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1767731"/>
            <a:ext cx="6416998" cy="399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31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Why</a:t>
            </a:r>
            <a:r>
              <a:rPr lang="es-ES" dirty="0"/>
              <a:t> Python?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 Vasco, </a:t>
            </a:r>
            <a:r>
              <a:rPr lang="es-CO" dirty="0" err="1"/>
              <a:t>MSc</a:t>
            </a:r>
            <a:r>
              <a:rPr lang="es-CO" dirty="0"/>
              <a:t>, PhD | </a:t>
            </a:r>
            <a:r>
              <a:rPr lang="es-CO" dirty="0" err="1"/>
              <a:t>Scientific</a:t>
            </a:r>
            <a:r>
              <a:rPr lang="es-CO" dirty="0"/>
              <a:t> </a:t>
            </a:r>
            <a:r>
              <a:rPr lang="es-CO" dirty="0" err="1"/>
              <a:t>programming</a:t>
            </a:r>
            <a:endParaRPr lang="es-CO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2C0C907-BA34-0EBE-58B1-0E0F1BEFB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an OPEN-SOURCE SOFTWARE</a:t>
            </a:r>
          </a:p>
          <a:p>
            <a:r>
              <a:rPr lang="en-US" dirty="0"/>
              <a:t>Versatility: data mining, AI, machine learning, Deep learning, web development, embedded systems, etc.</a:t>
            </a:r>
            <a:endParaRPr lang="es-CO" dirty="0"/>
          </a:p>
        </p:txBody>
      </p:sp>
      <p:pic>
        <p:nvPicPr>
          <p:cNvPr id="11" name="Picture 2" descr="learn Python, python programming, python bootcamp, what is Python used for">
            <a:extLst>
              <a:ext uri="{FF2B5EF4-FFF2-40B4-BE49-F238E27FC236}">
                <a16:creationId xmlns:a16="http://schemas.microsoft.com/office/drawing/2014/main" id="{0930B423-08E7-90F5-006D-18AD93DD8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740" y="3429000"/>
            <a:ext cx="7314520" cy="1994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5">
            <a:extLst>
              <a:ext uri="{FF2B5EF4-FFF2-40B4-BE49-F238E27FC236}">
                <a16:creationId xmlns:a16="http://schemas.microsoft.com/office/drawing/2014/main" id="{03128E07-4B51-4C08-7611-332DA521FCC2}"/>
              </a:ext>
            </a:extLst>
          </p:cNvPr>
          <p:cNvSpPr txBox="1"/>
          <p:nvPr/>
        </p:nvSpPr>
        <p:spPr>
          <a:xfrm>
            <a:off x="783771" y="5489972"/>
            <a:ext cx="4572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50" dirty="0"/>
              <a:t>https://codingnomads.co/why-learn-python/</a:t>
            </a:r>
          </a:p>
        </p:txBody>
      </p:sp>
    </p:spTree>
    <p:extLst>
      <p:ext uri="{BB962C8B-B14F-4D97-AF65-F5344CB8AC3E}">
        <p14:creationId xmlns:p14="http://schemas.microsoft.com/office/powerpoint/2010/main" val="1541309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Why</a:t>
            </a:r>
            <a:r>
              <a:rPr lang="es-ES" dirty="0"/>
              <a:t> Python?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 Vasco, </a:t>
            </a:r>
            <a:r>
              <a:rPr lang="es-CO" dirty="0" err="1"/>
              <a:t>MSc</a:t>
            </a:r>
            <a:r>
              <a:rPr lang="es-CO" dirty="0"/>
              <a:t>, PhD | </a:t>
            </a:r>
            <a:r>
              <a:rPr lang="es-CO" dirty="0" err="1"/>
              <a:t>Scientific</a:t>
            </a:r>
            <a:r>
              <a:rPr lang="es-CO" dirty="0"/>
              <a:t> </a:t>
            </a:r>
            <a:r>
              <a:rPr lang="es-CO" dirty="0" err="1"/>
              <a:t>programming</a:t>
            </a:r>
            <a:endParaRPr lang="es-CO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BB1812D0-B6F9-C337-F002-215D5885E9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6022" y="2191291"/>
            <a:ext cx="5591955" cy="3620005"/>
          </a:xfrm>
          <a:prstGeom prst="rect">
            <a:avLst/>
          </a:prstGeom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9444E909-E770-2712-9020-151010796565}"/>
              </a:ext>
            </a:extLst>
          </p:cNvPr>
          <p:cNvSpPr txBox="1"/>
          <p:nvPr/>
        </p:nvSpPr>
        <p:spPr>
          <a:xfrm>
            <a:off x="326571" y="5949280"/>
            <a:ext cx="80118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https://insights.stackoverflow.com/trends?tags=python%2Cjava%2Cjavascript%2Cc%23%2Cc%2B%2B%2Cphp</a:t>
            </a:r>
          </a:p>
        </p:txBody>
      </p:sp>
    </p:spTree>
    <p:extLst>
      <p:ext uri="{BB962C8B-B14F-4D97-AF65-F5344CB8AC3E}">
        <p14:creationId xmlns:p14="http://schemas.microsoft.com/office/powerpoint/2010/main" val="1376797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Why</a:t>
            </a:r>
            <a:r>
              <a:rPr lang="es-ES" dirty="0"/>
              <a:t> Python?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 Vasco, </a:t>
            </a:r>
            <a:r>
              <a:rPr lang="es-CO" dirty="0" err="1"/>
              <a:t>MSc</a:t>
            </a:r>
            <a:r>
              <a:rPr lang="es-CO" dirty="0"/>
              <a:t>, PhD | </a:t>
            </a:r>
            <a:r>
              <a:rPr lang="es-CO" dirty="0" err="1"/>
              <a:t>Scientific</a:t>
            </a:r>
            <a:r>
              <a:rPr lang="es-CO" dirty="0"/>
              <a:t> </a:t>
            </a:r>
            <a:r>
              <a:rPr lang="es-CO" dirty="0" err="1"/>
              <a:t>programming</a:t>
            </a:r>
            <a:endParaRPr lang="es-CO" dirty="0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9444E909-E770-2712-9020-151010796565}"/>
              </a:ext>
            </a:extLst>
          </p:cNvPr>
          <p:cNvSpPr txBox="1"/>
          <p:nvPr/>
        </p:nvSpPr>
        <p:spPr>
          <a:xfrm>
            <a:off x="323528" y="6173399"/>
            <a:ext cx="80118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https://github.blog/2023-11-08-the-state-of-open-source-and-ai/</a:t>
            </a:r>
          </a:p>
        </p:txBody>
      </p:sp>
      <p:pic>
        <p:nvPicPr>
          <p:cNvPr id="5122" name="Picture 2" descr="A chart showing the top 10 programming languages on GitHub from 2014-2023. ">
            <a:extLst>
              <a:ext uri="{FF2B5EF4-FFF2-40B4-BE49-F238E27FC236}">
                <a16:creationId xmlns:a16="http://schemas.microsoft.com/office/drawing/2014/main" id="{52FBB8FB-E8B9-3014-165B-2941D4B9BA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144" y="1825625"/>
            <a:ext cx="773571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6460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Integrated</a:t>
            </a:r>
            <a:r>
              <a:rPr lang="es-ES" dirty="0"/>
              <a:t> </a:t>
            </a:r>
            <a:r>
              <a:rPr lang="es-ES" dirty="0" err="1"/>
              <a:t>Development</a:t>
            </a:r>
            <a:r>
              <a:rPr lang="es-ES" dirty="0"/>
              <a:t> </a:t>
            </a:r>
            <a:r>
              <a:rPr lang="es-ES" dirty="0" err="1"/>
              <a:t>Environment</a:t>
            </a:r>
            <a:r>
              <a:rPr lang="es-ES" dirty="0"/>
              <a:t> (IDE)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 Vasco, </a:t>
            </a:r>
            <a:r>
              <a:rPr lang="es-CO" dirty="0" err="1"/>
              <a:t>MSc</a:t>
            </a:r>
            <a:r>
              <a:rPr lang="es-CO" dirty="0"/>
              <a:t>, PhD | </a:t>
            </a:r>
            <a:r>
              <a:rPr lang="es-CO" dirty="0" err="1"/>
              <a:t>Scientific</a:t>
            </a:r>
            <a:r>
              <a:rPr lang="es-CO" dirty="0"/>
              <a:t> </a:t>
            </a:r>
            <a:r>
              <a:rPr lang="es-CO" dirty="0" err="1"/>
              <a:t>programming</a:t>
            </a:r>
            <a:endParaRPr lang="es-CO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6AC68074-5EB2-650C-5D42-A21B69BEA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An IDE primarily includes: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Code editor</a:t>
            </a:r>
          </a:p>
          <a:p>
            <a:r>
              <a:rPr lang="en-US" dirty="0"/>
              <a:t>Code debugger</a:t>
            </a:r>
          </a:p>
          <a:p>
            <a:r>
              <a:rPr lang="en-US" dirty="0"/>
              <a:t>Local build automation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83639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Integrated</a:t>
            </a:r>
            <a:r>
              <a:rPr lang="es-ES" dirty="0"/>
              <a:t> </a:t>
            </a:r>
            <a:r>
              <a:rPr lang="es-ES" dirty="0" err="1"/>
              <a:t>Development</a:t>
            </a:r>
            <a:r>
              <a:rPr lang="es-ES" dirty="0"/>
              <a:t> </a:t>
            </a:r>
            <a:r>
              <a:rPr lang="es-ES" dirty="0" err="1"/>
              <a:t>Environment</a:t>
            </a:r>
            <a:r>
              <a:rPr lang="es-ES" dirty="0"/>
              <a:t> (IDE)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 Vasco, </a:t>
            </a:r>
            <a:r>
              <a:rPr lang="es-CO" dirty="0" err="1"/>
              <a:t>MSc</a:t>
            </a:r>
            <a:r>
              <a:rPr lang="es-CO" dirty="0"/>
              <a:t>, PhD | </a:t>
            </a:r>
            <a:r>
              <a:rPr lang="es-CO" dirty="0" err="1"/>
              <a:t>Scientific</a:t>
            </a:r>
            <a:r>
              <a:rPr lang="es-CO" dirty="0"/>
              <a:t> </a:t>
            </a:r>
            <a:r>
              <a:rPr lang="es-CO" dirty="0" err="1"/>
              <a:t>programming</a:t>
            </a:r>
            <a:endParaRPr lang="es-CO" dirty="0"/>
          </a:p>
        </p:txBody>
      </p:sp>
      <p:pic>
        <p:nvPicPr>
          <p:cNvPr id="7" name="Picture 2" descr="The best Python programming environments - Code with Kazem">
            <a:extLst>
              <a:ext uri="{FF2B5EF4-FFF2-40B4-BE49-F238E27FC236}">
                <a16:creationId xmlns:a16="http://schemas.microsoft.com/office/drawing/2014/main" id="{46D923AC-444B-E4F1-2F35-D053DA97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23" y="2003776"/>
            <a:ext cx="2507456" cy="1021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Atom Logo - Free download logo in SVG or PNG format">
            <a:extLst>
              <a:ext uri="{FF2B5EF4-FFF2-40B4-BE49-F238E27FC236}">
                <a16:creationId xmlns:a16="http://schemas.microsoft.com/office/drawing/2014/main" id="{E41886E2-D56B-3AF4-FF0F-44E7E28A74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32" b="29172"/>
          <a:stretch/>
        </p:blipFill>
        <p:spPr bwMode="auto">
          <a:xfrm>
            <a:off x="3354755" y="3346692"/>
            <a:ext cx="2613081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Home — Spyder IDE">
            <a:extLst>
              <a:ext uri="{FF2B5EF4-FFF2-40B4-BE49-F238E27FC236}">
                <a16:creationId xmlns:a16="http://schemas.microsoft.com/office/drawing/2014/main" id="{5F3F64D0-693B-A59C-DD3F-77C8A5F3F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98" y="5268543"/>
            <a:ext cx="2613081" cy="91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Rodeo">
            <a:extLst>
              <a:ext uri="{FF2B5EF4-FFF2-40B4-BE49-F238E27FC236}">
                <a16:creationId xmlns:a16="http://schemas.microsoft.com/office/drawing/2014/main" id="{D47EDC1B-9188-D907-6FC1-5B71931C6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786" y="1817538"/>
            <a:ext cx="3050381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4" descr="pydev">
            <a:extLst>
              <a:ext uri="{FF2B5EF4-FFF2-40B4-BE49-F238E27FC236}">
                <a16:creationId xmlns:a16="http://schemas.microsoft.com/office/drawing/2014/main" id="{D90E3819-7D85-CF07-CC3C-1396C164E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4902" y="3029544"/>
            <a:ext cx="1907381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Proyecto Jupyter - Wikipedia, la enciclopedia libre">
            <a:extLst>
              <a:ext uri="{FF2B5EF4-FFF2-40B4-BE49-F238E27FC236}">
                <a16:creationId xmlns:a16="http://schemas.microsoft.com/office/drawing/2014/main" id="{30287765-6694-EFB7-3340-ADDEE3147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7995" y="4082198"/>
            <a:ext cx="1496502" cy="1741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Anaconda">
            <a:extLst>
              <a:ext uri="{FF2B5EF4-FFF2-40B4-BE49-F238E27FC236}">
                <a16:creationId xmlns:a16="http://schemas.microsoft.com/office/drawing/2014/main" id="{376C7E6E-6F1A-9591-B1DD-3273A4EB38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40" b="18060"/>
          <a:stretch/>
        </p:blipFill>
        <p:spPr bwMode="auto">
          <a:xfrm>
            <a:off x="3886994" y="4417651"/>
            <a:ext cx="2426720" cy="1424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: Rounded Corners 5">
            <a:extLst>
              <a:ext uri="{FF2B5EF4-FFF2-40B4-BE49-F238E27FC236}">
                <a16:creationId xmlns:a16="http://schemas.microsoft.com/office/drawing/2014/main" id="{77497786-ED4D-711E-7FB1-5422E898C5D7}"/>
              </a:ext>
            </a:extLst>
          </p:cNvPr>
          <p:cNvSpPr/>
          <p:nvPr/>
        </p:nvSpPr>
        <p:spPr>
          <a:xfrm>
            <a:off x="3635828" y="4145929"/>
            <a:ext cx="2843384" cy="1677392"/>
          </a:xfrm>
          <a:prstGeom prst="roundRect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/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ECD30F59-972F-715D-13FE-68464EFC5CFF}"/>
              </a:ext>
            </a:extLst>
          </p:cNvPr>
          <p:cNvSpPr txBox="1"/>
          <p:nvPr/>
        </p:nvSpPr>
        <p:spPr>
          <a:xfrm>
            <a:off x="3136106" y="2199169"/>
            <a:ext cx="3050381" cy="92333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Distribution of the Python and R programming languages for scientific computing</a:t>
            </a:r>
            <a:endParaRPr lang="es-CO" dirty="0"/>
          </a:p>
        </p:txBody>
      </p:sp>
      <p:cxnSp>
        <p:nvCxnSpPr>
          <p:cNvPr id="19" name="Straight Arrow Connector 8">
            <a:extLst>
              <a:ext uri="{FF2B5EF4-FFF2-40B4-BE49-F238E27FC236}">
                <a16:creationId xmlns:a16="http://schemas.microsoft.com/office/drawing/2014/main" id="{B803C8CE-6CF9-EA45-0196-757B52F664C4}"/>
              </a:ext>
            </a:extLst>
          </p:cNvPr>
          <p:cNvCxnSpPr>
            <a:cxnSpLocks/>
            <a:stCxn id="18" idx="2"/>
            <a:endCxn id="17" idx="0"/>
          </p:cNvCxnSpPr>
          <p:nvPr/>
        </p:nvCxnSpPr>
        <p:spPr>
          <a:xfrm>
            <a:off x="4661297" y="3122499"/>
            <a:ext cx="396223" cy="1023430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0">
            <a:extLst>
              <a:ext uri="{FF2B5EF4-FFF2-40B4-BE49-F238E27FC236}">
                <a16:creationId xmlns:a16="http://schemas.microsoft.com/office/drawing/2014/main" id="{002506BF-ACE4-0C92-3324-AC61D93BBE21}"/>
              </a:ext>
            </a:extLst>
          </p:cNvPr>
          <p:cNvSpPr/>
          <p:nvPr/>
        </p:nvSpPr>
        <p:spPr>
          <a:xfrm>
            <a:off x="6966857" y="4086359"/>
            <a:ext cx="2035629" cy="1771349"/>
          </a:xfrm>
          <a:prstGeom prst="round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/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3472BFEC-43D6-0BC0-EA69-A00FEE76CCF3}"/>
              </a:ext>
            </a:extLst>
          </p:cNvPr>
          <p:cNvSpPr txBox="1"/>
          <p:nvPr/>
        </p:nvSpPr>
        <p:spPr>
          <a:xfrm>
            <a:off x="6738977" y="1712533"/>
            <a:ext cx="2183822" cy="1754326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Web-based interactive development environment for notebooks, code, and data</a:t>
            </a:r>
            <a:endParaRPr lang="es-CO" dirty="0"/>
          </a:p>
        </p:txBody>
      </p:sp>
      <p:cxnSp>
        <p:nvCxnSpPr>
          <p:cNvPr id="22" name="Straight Arrow Connector 12">
            <a:extLst>
              <a:ext uri="{FF2B5EF4-FFF2-40B4-BE49-F238E27FC236}">
                <a16:creationId xmlns:a16="http://schemas.microsoft.com/office/drawing/2014/main" id="{AB18D852-F32E-165C-7AD9-21B8A40C26B4}"/>
              </a:ext>
            </a:extLst>
          </p:cNvPr>
          <p:cNvCxnSpPr>
            <a:cxnSpLocks/>
            <a:stCxn id="21" idx="2"/>
            <a:endCxn id="20" idx="0"/>
          </p:cNvCxnSpPr>
          <p:nvPr/>
        </p:nvCxnSpPr>
        <p:spPr>
          <a:xfrm>
            <a:off x="7830888" y="3466859"/>
            <a:ext cx="153784" cy="61950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Awesome VS Code extensions. Visual Studio Code is one of the most… | by  Firdaus Jawed | Medium">
            <a:extLst>
              <a:ext uri="{FF2B5EF4-FFF2-40B4-BE49-F238E27FC236}">
                <a16:creationId xmlns:a16="http://schemas.microsoft.com/office/drawing/2014/main" id="{3160D62C-6E18-C30F-7B6D-15D7AE01B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11" y="3307103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831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Integrated</a:t>
            </a:r>
            <a:r>
              <a:rPr lang="es-ES" dirty="0"/>
              <a:t> </a:t>
            </a:r>
            <a:r>
              <a:rPr lang="es-ES" dirty="0" err="1"/>
              <a:t>Development</a:t>
            </a:r>
            <a:r>
              <a:rPr lang="es-ES" dirty="0"/>
              <a:t> </a:t>
            </a:r>
            <a:r>
              <a:rPr lang="es-ES" dirty="0" err="1"/>
              <a:t>Environment</a:t>
            </a:r>
            <a:r>
              <a:rPr lang="es-ES" dirty="0"/>
              <a:t> (IDE)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 Vasco, </a:t>
            </a:r>
            <a:r>
              <a:rPr lang="es-CO" dirty="0" err="1"/>
              <a:t>MSc</a:t>
            </a:r>
            <a:r>
              <a:rPr lang="es-CO" dirty="0"/>
              <a:t>, PhD | </a:t>
            </a:r>
            <a:r>
              <a:rPr lang="es-CO" dirty="0" err="1"/>
              <a:t>Scientific</a:t>
            </a:r>
            <a:r>
              <a:rPr lang="es-CO" dirty="0"/>
              <a:t> </a:t>
            </a:r>
            <a:r>
              <a:rPr lang="es-CO" dirty="0" err="1"/>
              <a:t>programming</a:t>
            </a:r>
            <a:endParaRPr lang="es-CO" dirty="0"/>
          </a:p>
        </p:txBody>
      </p:sp>
      <p:pic>
        <p:nvPicPr>
          <p:cNvPr id="23" name="Picture 2" descr="Proyecto Jupyter - Wikipedia, la enciclopedia libre">
            <a:extLst>
              <a:ext uri="{FF2B5EF4-FFF2-40B4-BE49-F238E27FC236}">
                <a16:creationId xmlns:a16="http://schemas.microsoft.com/office/drawing/2014/main" id="{BE0727CA-FBCF-9A0E-AA90-A728A9E3B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84" y="2948086"/>
            <a:ext cx="1496502" cy="1741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Google Colaboratory Colab - Guía Completa Español - Marketing Branding">
            <a:extLst>
              <a:ext uri="{FF2B5EF4-FFF2-40B4-BE49-F238E27FC236}">
                <a16:creationId xmlns:a16="http://schemas.microsoft.com/office/drawing/2014/main" id="{1EDF8FF6-3C9B-4431-E5F6-F75C7B2A3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291" y="2638310"/>
            <a:ext cx="2992681" cy="1991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3">
            <a:extLst>
              <a:ext uri="{FF2B5EF4-FFF2-40B4-BE49-F238E27FC236}">
                <a16:creationId xmlns:a16="http://schemas.microsoft.com/office/drawing/2014/main" id="{A4E6F9F0-BF2A-9DBC-9940-8509F1BAD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6296" y="2501680"/>
            <a:ext cx="1694846" cy="2241273"/>
          </a:xfrm>
          <a:prstGeom prst="rect">
            <a:avLst/>
          </a:prstGeom>
        </p:spPr>
      </p:pic>
      <p:pic>
        <p:nvPicPr>
          <p:cNvPr id="26" name="Picture 7">
            <a:extLst>
              <a:ext uri="{FF2B5EF4-FFF2-40B4-BE49-F238E27FC236}">
                <a16:creationId xmlns:a16="http://schemas.microsoft.com/office/drawing/2014/main" id="{A083EA12-C706-5813-A839-5D71EA41E7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1142" y="2501680"/>
            <a:ext cx="1360716" cy="2264754"/>
          </a:xfrm>
          <a:prstGeom prst="rect">
            <a:avLst/>
          </a:prstGeom>
        </p:spPr>
      </p:pic>
      <p:pic>
        <p:nvPicPr>
          <p:cNvPr id="27" name="Picture 13">
            <a:extLst>
              <a:ext uri="{FF2B5EF4-FFF2-40B4-BE49-F238E27FC236}">
                <a16:creationId xmlns:a16="http://schemas.microsoft.com/office/drawing/2014/main" id="{9AF85779-AC21-1446-E170-DB6940696B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1859" y="2501680"/>
            <a:ext cx="1089461" cy="2244103"/>
          </a:xfrm>
          <a:prstGeom prst="rect">
            <a:avLst/>
          </a:prstGeom>
        </p:spPr>
      </p:pic>
      <p:sp>
        <p:nvSpPr>
          <p:cNvPr id="28" name="TextBox 15">
            <a:extLst>
              <a:ext uri="{FF2B5EF4-FFF2-40B4-BE49-F238E27FC236}">
                <a16:creationId xmlns:a16="http://schemas.microsoft.com/office/drawing/2014/main" id="{390400FC-E6E1-4145-FE16-12AACAB8DA9E}"/>
              </a:ext>
            </a:extLst>
          </p:cNvPr>
          <p:cNvSpPr txBox="1"/>
          <p:nvPr/>
        </p:nvSpPr>
        <p:spPr>
          <a:xfrm>
            <a:off x="1379161" y="4865848"/>
            <a:ext cx="5359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https://www.techrepublic.com/article/google-colab-vs-jupyter-notebook/</a:t>
            </a:r>
          </a:p>
        </p:txBody>
      </p:sp>
    </p:spTree>
    <p:extLst>
      <p:ext uri="{BB962C8B-B14F-4D97-AF65-F5344CB8AC3E}">
        <p14:creationId xmlns:p14="http://schemas.microsoft.com/office/powerpoint/2010/main" val="1960756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CB6A3-17A2-0877-68C7-6F565F738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AAAF87-009B-342D-2104-B3E1BC856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(</a:t>
            </a:r>
            <a:r>
              <a:rPr lang="es-ES"/>
              <a:t>Essential</a:t>
            </a:r>
            <a:r>
              <a:rPr lang="es-ES" dirty="0"/>
              <a:t>) </a:t>
            </a:r>
            <a:r>
              <a:rPr lang="es-ES" dirty="0" err="1"/>
              <a:t>Libraries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scientific</a:t>
            </a:r>
            <a:r>
              <a:rPr lang="es-ES" dirty="0"/>
              <a:t> </a:t>
            </a:r>
            <a:r>
              <a:rPr lang="es-ES" dirty="0" err="1"/>
              <a:t>computing</a:t>
            </a:r>
            <a:r>
              <a:rPr lang="es-ES" dirty="0"/>
              <a:t> 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81259AD-1776-223F-21F2-F32B6C29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 Vasco, </a:t>
            </a:r>
            <a:r>
              <a:rPr lang="es-CO" dirty="0" err="1"/>
              <a:t>MSc</a:t>
            </a:r>
            <a:r>
              <a:rPr lang="es-CO" dirty="0"/>
              <a:t>, PhD | </a:t>
            </a:r>
            <a:r>
              <a:rPr lang="es-CO" dirty="0" err="1"/>
              <a:t>Scientific</a:t>
            </a:r>
            <a:r>
              <a:rPr lang="es-CO" dirty="0"/>
              <a:t> </a:t>
            </a:r>
            <a:r>
              <a:rPr lang="es-CO" dirty="0" err="1"/>
              <a:t>programming</a:t>
            </a:r>
            <a:endParaRPr lang="es-CO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FDDEC67-C980-C7B4-C584-51689DD08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673" y="1469610"/>
            <a:ext cx="31908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utorial de SciPy | Interactive Chaos">
            <a:extLst>
              <a:ext uri="{FF2B5EF4-FFF2-40B4-BE49-F238E27FC236}">
                <a16:creationId xmlns:a16="http://schemas.microsoft.com/office/drawing/2014/main" id="{F669060E-FA4E-B196-E406-95E48C3D8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8195" y="1480520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4AAC935A-15ED-B7AB-C3A8-06CEDFB21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947" y="3083821"/>
            <a:ext cx="3362325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11A40566-5180-00B8-95E1-CF24709C2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947" y="4631357"/>
            <a:ext cx="291465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About statsmodels - statsmodels 0.14.1">
            <a:extLst>
              <a:ext uri="{FF2B5EF4-FFF2-40B4-BE49-F238E27FC236}">
                <a16:creationId xmlns:a16="http://schemas.microsoft.com/office/drawing/2014/main" id="{BF964DA4-0A0D-883A-A1C3-5E5D7DAF6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476" y="3083821"/>
            <a:ext cx="25146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Brandfetch | Matplotlib Logos &amp; Brand Assets">
            <a:extLst>
              <a:ext uri="{FF2B5EF4-FFF2-40B4-BE49-F238E27FC236}">
                <a16:creationId xmlns:a16="http://schemas.microsoft.com/office/drawing/2014/main" id="{DD7ACFFA-12BB-A20A-1E88-8FA05902A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080748"/>
            <a:ext cx="370522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864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2D37C-42E0-071B-ABCE-0343144B6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3BC5F-51C8-2F52-1910-CAA05EE17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Libraries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scientific</a:t>
            </a:r>
            <a:r>
              <a:rPr lang="es-ES" dirty="0"/>
              <a:t> </a:t>
            </a:r>
            <a:r>
              <a:rPr lang="es-ES" dirty="0" err="1"/>
              <a:t>computing</a:t>
            </a:r>
            <a:r>
              <a:rPr lang="es-ES" dirty="0"/>
              <a:t> 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AF72EEF-04EB-346A-D566-D568B8F86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 Vasco, </a:t>
            </a:r>
            <a:r>
              <a:rPr lang="es-CO" dirty="0" err="1"/>
              <a:t>MSc</a:t>
            </a:r>
            <a:r>
              <a:rPr lang="es-CO" dirty="0"/>
              <a:t>, PhD | </a:t>
            </a:r>
            <a:r>
              <a:rPr lang="es-CO" dirty="0" err="1"/>
              <a:t>Scientific</a:t>
            </a:r>
            <a:r>
              <a:rPr lang="es-CO" dirty="0"/>
              <a:t> </a:t>
            </a:r>
            <a:r>
              <a:rPr lang="es-CO" dirty="0" err="1"/>
              <a:t>programming</a:t>
            </a:r>
            <a:endParaRPr lang="es-CO" dirty="0"/>
          </a:p>
        </p:txBody>
      </p:sp>
      <p:pic>
        <p:nvPicPr>
          <p:cNvPr id="1046" name="Picture 22">
            <a:extLst>
              <a:ext uri="{FF2B5EF4-FFF2-40B4-BE49-F238E27FC236}">
                <a16:creationId xmlns:a16="http://schemas.microsoft.com/office/drawing/2014/main" id="{521A624E-9F7E-8793-B62C-DECA23A10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37" y="191292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Citing and logo — seaborn 0.13.2 documentation">
            <a:extLst>
              <a:ext uri="{FF2B5EF4-FFF2-40B4-BE49-F238E27FC236}">
                <a16:creationId xmlns:a16="http://schemas.microsoft.com/office/drawing/2014/main" id="{6D0ADFD9-6DCA-A3F2-19FE-6BE500403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9693" y="1910814"/>
            <a:ext cx="1952625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A593CB9B-AFAF-6BBB-54B6-2AB767868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38" y="4312820"/>
            <a:ext cx="2676525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Pytorch logo - Social media &amp; Logos Icons">
            <a:extLst>
              <a:ext uri="{FF2B5EF4-FFF2-40B4-BE49-F238E27FC236}">
                <a16:creationId xmlns:a16="http://schemas.microsoft.com/office/drawing/2014/main" id="{62F00598-D908-F917-5F38-228D9BC97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258" y="4408069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R (programming language) - Wikipedia">
            <a:extLst>
              <a:ext uri="{FF2B5EF4-FFF2-40B4-BE49-F238E27FC236}">
                <a16:creationId xmlns:a16="http://schemas.microsoft.com/office/drawing/2014/main" id="{0C486EB2-9A80-E473-D7B1-BAF866E30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3130342"/>
            <a:ext cx="2428875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6471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Python </a:t>
            </a:r>
            <a:r>
              <a:rPr lang="es-ES" dirty="0" err="1"/>
              <a:t>recall</a:t>
            </a:r>
            <a:r>
              <a:rPr lang="es-ES" dirty="0"/>
              <a:t> – data </a:t>
            </a:r>
            <a:r>
              <a:rPr lang="es-ES" dirty="0" err="1"/>
              <a:t>collections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 Vasco, </a:t>
            </a:r>
            <a:r>
              <a:rPr lang="es-CO" dirty="0" err="1"/>
              <a:t>MSc</a:t>
            </a:r>
            <a:r>
              <a:rPr lang="es-CO" dirty="0"/>
              <a:t>, PhD | </a:t>
            </a:r>
            <a:r>
              <a:rPr lang="es-CO" dirty="0" err="1"/>
              <a:t>Scientific</a:t>
            </a:r>
            <a:r>
              <a:rPr lang="es-CO" dirty="0"/>
              <a:t> </a:t>
            </a:r>
            <a:r>
              <a:rPr lang="es-CO" dirty="0" err="1"/>
              <a:t>programming</a:t>
            </a:r>
            <a:endParaRPr lang="es-CO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6AC68074-5EB2-650C-5D42-A21B69BEA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Python has three main built-in data collections: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Lists</a:t>
            </a:r>
          </a:p>
          <a:p>
            <a:pPr lvl="1"/>
            <a:r>
              <a:rPr lang="en-US" dirty="0"/>
              <a:t>Ordered collections of items (which could be of different type)</a:t>
            </a:r>
          </a:p>
          <a:p>
            <a:pPr lvl="1"/>
            <a:r>
              <a:rPr lang="en-US" dirty="0"/>
              <a:t>Numerical index</a:t>
            </a:r>
          </a:p>
          <a:p>
            <a:pPr lvl="1"/>
            <a:r>
              <a:rPr lang="en-US" dirty="0"/>
              <a:t>Defined using square brackets [   ]</a:t>
            </a:r>
          </a:p>
          <a:p>
            <a:pPr lvl="1"/>
            <a:r>
              <a:rPr lang="en-US" dirty="0"/>
              <a:t>Allow slicing</a:t>
            </a:r>
          </a:p>
          <a:p>
            <a:pPr lvl="1"/>
            <a:endParaRPr lang="en-US" dirty="0"/>
          </a:p>
          <a:p>
            <a:r>
              <a:rPr lang="en-US" dirty="0"/>
              <a:t>Tuples</a:t>
            </a:r>
          </a:p>
          <a:p>
            <a:pPr lvl="1"/>
            <a:r>
              <a:rPr lang="en-US" dirty="0"/>
              <a:t>Similar to lists but immutable </a:t>
            </a:r>
            <a:r>
              <a:rPr lang="en-US" dirty="0">
                <a:sym typeface="Wingdings" panose="05000000000000000000" pitchFamily="2" charset="2"/>
              </a:rPr>
              <a:t> less memory space</a:t>
            </a:r>
            <a:endParaRPr lang="en-US" dirty="0"/>
          </a:p>
          <a:p>
            <a:pPr lvl="1"/>
            <a:r>
              <a:rPr lang="en-US" dirty="0"/>
              <a:t>Defined using commas (parentheses are not necessary)</a:t>
            </a:r>
          </a:p>
          <a:p>
            <a:pPr lvl="1"/>
            <a:endParaRPr lang="en-US" dirty="0"/>
          </a:p>
          <a:p>
            <a:r>
              <a:rPr lang="en-US" dirty="0"/>
              <a:t>Dictionaries</a:t>
            </a:r>
          </a:p>
          <a:p>
            <a:pPr lvl="1"/>
            <a:r>
              <a:rPr lang="en-US" dirty="0"/>
              <a:t>Unordered collections of key-value pairs </a:t>
            </a:r>
            <a:r>
              <a:rPr lang="en-US" dirty="0">
                <a:sym typeface="Wingdings" panose="05000000000000000000" pitchFamily="2" charset="2"/>
              </a:rPr>
              <a:t> No slicing</a:t>
            </a:r>
          </a:p>
          <a:p>
            <a:pPr lvl="1"/>
            <a:r>
              <a:rPr lang="en-US" dirty="0"/>
              <a:t>Defined using curly braces {   }</a:t>
            </a:r>
          </a:p>
          <a:p>
            <a:pPr lvl="1"/>
            <a:r>
              <a:rPr lang="en-US" dirty="0"/>
              <a:t>Immutable key, mutable values</a:t>
            </a:r>
          </a:p>
          <a:p>
            <a:pPr lvl="1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90142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D7AC9-1D6F-2538-4EE7-2A4684A8D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65343-32F5-807E-44D2-01A3981CB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Python </a:t>
            </a:r>
            <a:r>
              <a:rPr lang="es-ES" dirty="0" err="1"/>
              <a:t>recall</a:t>
            </a:r>
            <a:r>
              <a:rPr lang="es-ES" dirty="0"/>
              <a:t> – data </a:t>
            </a:r>
            <a:r>
              <a:rPr lang="es-ES" dirty="0" err="1"/>
              <a:t>collections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FACD888-5161-8F86-8709-FFDBEF31E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 Vasco, </a:t>
            </a:r>
            <a:r>
              <a:rPr lang="es-CO" dirty="0" err="1"/>
              <a:t>MSc</a:t>
            </a:r>
            <a:r>
              <a:rPr lang="es-CO" dirty="0"/>
              <a:t>, PhD | </a:t>
            </a:r>
            <a:r>
              <a:rPr lang="es-CO" dirty="0" err="1"/>
              <a:t>Scientific</a:t>
            </a:r>
            <a:r>
              <a:rPr lang="es-CO" dirty="0"/>
              <a:t> </a:t>
            </a:r>
            <a:r>
              <a:rPr lang="es-CO" dirty="0" err="1"/>
              <a:t>programming</a:t>
            </a:r>
            <a:endParaRPr lang="es-CO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845DF63-49D0-03C4-5083-21CD694AB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But… there are other types of data collections: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Sets</a:t>
            </a:r>
          </a:p>
          <a:p>
            <a:pPr lvl="1"/>
            <a:r>
              <a:rPr lang="en-US" dirty="0"/>
              <a:t>Ordered collections of items</a:t>
            </a:r>
          </a:p>
          <a:p>
            <a:pPr lvl="1"/>
            <a:r>
              <a:rPr lang="en-US" dirty="0"/>
              <a:t>Mutable</a:t>
            </a:r>
          </a:p>
          <a:p>
            <a:pPr lvl="1"/>
            <a:r>
              <a:rPr lang="en-US" dirty="0"/>
              <a:t>Cannot be accessed by index</a:t>
            </a:r>
          </a:p>
          <a:p>
            <a:pPr lvl="1"/>
            <a:r>
              <a:rPr lang="en-US" dirty="0"/>
              <a:t>Does not allow duplicate elements.</a:t>
            </a:r>
          </a:p>
          <a:p>
            <a:pPr lvl="1"/>
            <a:r>
              <a:rPr lang="en-US" dirty="0"/>
              <a:t>Defined using curly braces {   } </a:t>
            </a:r>
          </a:p>
          <a:p>
            <a:pPr lvl="1"/>
            <a:endParaRPr lang="en-US" dirty="0"/>
          </a:p>
          <a:p>
            <a:r>
              <a:rPr lang="en-US" dirty="0"/>
              <a:t>Strings</a:t>
            </a:r>
          </a:p>
          <a:p>
            <a:pPr lvl="1"/>
            <a:r>
              <a:rPr lang="en-US" dirty="0"/>
              <a:t>Collection of characters</a:t>
            </a:r>
          </a:p>
          <a:p>
            <a:pPr lvl="1"/>
            <a:r>
              <a:rPr lang="en-US" dirty="0"/>
              <a:t>Immutable (cannot be modified)</a:t>
            </a:r>
          </a:p>
          <a:p>
            <a:pPr lvl="1"/>
            <a:r>
              <a:rPr lang="en-US" dirty="0"/>
              <a:t>Accessed by index</a:t>
            </a:r>
          </a:p>
          <a:p>
            <a:pPr lvl="1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24499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AE772-9B16-6AEC-58E2-63973F995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91F7F-33BA-A1C2-B870-F8C4A1620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Python </a:t>
            </a:r>
            <a:r>
              <a:rPr lang="es-ES" dirty="0" err="1"/>
              <a:t>recall</a:t>
            </a:r>
            <a:r>
              <a:rPr lang="es-ES" dirty="0"/>
              <a:t> – data </a:t>
            </a:r>
            <a:r>
              <a:rPr lang="es-ES" dirty="0" err="1"/>
              <a:t>collections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1A035F-0BD3-1C60-3F1C-156013F80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 Vasco, </a:t>
            </a:r>
            <a:r>
              <a:rPr lang="es-CO" dirty="0" err="1"/>
              <a:t>MSc</a:t>
            </a:r>
            <a:r>
              <a:rPr lang="es-CO" dirty="0"/>
              <a:t>, PhD | </a:t>
            </a:r>
            <a:r>
              <a:rPr lang="es-CO" dirty="0" err="1"/>
              <a:t>Scientific</a:t>
            </a:r>
            <a:r>
              <a:rPr lang="es-CO" dirty="0"/>
              <a:t> </a:t>
            </a:r>
            <a:r>
              <a:rPr lang="es-CO" dirty="0" err="1"/>
              <a:t>programming</a:t>
            </a:r>
            <a:endParaRPr lang="es-CO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6A5E3C87-5E2D-9417-2033-04DBA7A06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Bytes and Byte Arrays</a:t>
            </a:r>
          </a:p>
          <a:p>
            <a:pPr lvl="1"/>
            <a:r>
              <a:rPr lang="en-US" dirty="0"/>
              <a:t>Collection of bytes (integers from 0 to 255)</a:t>
            </a:r>
          </a:p>
          <a:p>
            <a:pPr lvl="1"/>
            <a:r>
              <a:rPr lang="en-US" dirty="0"/>
              <a:t>Immutable (bytes) and mutable (byte arrays)</a:t>
            </a:r>
          </a:p>
          <a:p>
            <a:pPr lvl="1"/>
            <a:endParaRPr lang="en-US" dirty="0"/>
          </a:p>
          <a:p>
            <a:r>
              <a:rPr lang="en-US" dirty="0"/>
              <a:t>Strings</a:t>
            </a:r>
          </a:p>
          <a:p>
            <a:pPr lvl="1"/>
            <a:r>
              <a:rPr lang="en-US" dirty="0"/>
              <a:t>Collection of characters</a:t>
            </a:r>
          </a:p>
          <a:p>
            <a:pPr lvl="1"/>
            <a:r>
              <a:rPr lang="en-US" dirty="0"/>
              <a:t>Immutable </a:t>
            </a:r>
          </a:p>
          <a:p>
            <a:pPr lvl="1"/>
            <a:r>
              <a:rPr lang="en-US" dirty="0"/>
              <a:t>Accessed by index</a:t>
            </a:r>
          </a:p>
          <a:p>
            <a:pPr lvl="1"/>
            <a:endParaRPr lang="es-CO" dirty="0"/>
          </a:p>
          <a:p>
            <a:r>
              <a:rPr lang="en-US" dirty="0"/>
              <a:t>Ranges</a:t>
            </a:r>
          </a:p>
          <a:p>
            <a:pPr lvl="1"/>
            <a:r>
              <a:rPr lang="en-US" dirty="0"/>
              <a:t>Represents a sequence of numbers</a:t>
            </a:r>
          </a:p>
          <a:p>
            <a:pPr lvl="1"/>
            <a:r>
              <a:rPr lang="en-US" dirty="0"/>
              <a:t>Immutable</a:t>
            </a:r>
          </a:p>
          <a:p>
            <a:pPr lvl="1"/>
            <a:r>
              <a:rPr lang="en-US" dirty="0"/>
              <a:t>Typically used for looping</a:t>
            </a:r>
          </a:p>
          <a:p>
            <a:pPr lvl="1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78461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Flowchart of a For Loop - Codingem">
            <a:extLst>
              <a:ext uri="{FF2B5EF4-FFF2-40B4-BE49-F238E27FC236}">
                <a16:creationId xmlns:a16="http://schemas.microsoft.com/office/drawing/2014/main" id="{98634347-0162-1A3A-C334-6DD440ADE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6280" y="4055814"/>
            <a:ext cx="4701163" cy="2644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Python </a:t>
            </a:r>
            <a:r>
              <a:rPr lang="es-ES" dirty="0" err="1"/>
              <a:t>recall</a:t>
            </a:r>
            <a:r>
              <a:rPr lang="es-ES" dirty="0"/>
              <a:t> – control </a:t>
            </a:r>
            <a:r>
              <a:rPr lang="es-ES" dirty="0" err="1"/>
              <a:t>flow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 Vasco, </a:t>
            </a:r>
            <a:r>
              <a:rPr lang="es-CO" dirty="0" err="1"/>
              <a:t>MSc</a:t>
            </a:r>
            <a:r>
              <a:rPr lang="es-CO" dirty="0"/>
              <a:t>, PhD | </a:t>
            </a:r>
            <a:r>
              <a:rPr lang="es-CO" dirty="0" err="1"/>
              <a:t>Scientific</a:t>
            </a:r>
            <a:r>
              <a:rPr lang="es-CO" dirty="0"/>
              <a:t> </a:t>
            </a:r>
            <a:r>
              <a:rPr lang="es-CO" dirty="0" err="1"/>
              <a:t>programming</a:t>
            </a:r>
            <a:endParaRPr lang="es-CO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6AC68074-5EB2-650C-5D42-A21B69BEA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Conditional Statements (if, </a:t>
            </a:r>
            <a:r>
              <a:rPr lang="en-US" dirty="0" err="1"/>
              <a:t>elif</a:t>
            </a:r>
            <a:r>
              <a:rPr lang="en-US" dirty="0"/>
              <a:t>, else):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Loops:</a:t>
            </a:r>
          </a:p>
          <a:p>
            <a:pPr lvl="1"/>
            <a:endParaRPr lang="en-US" dirty="0"/>
          </a:p>
          <a:p>
            <a:pPr lvl="1"/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102D60-0C45-59C2-FE3F-F808FE4A7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2348880"/>
            <a:ext cx="2332862" cy="158417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C7200DC-7A29-5428-3D06-C85501F58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4941168"/>
            <a:ext cx="1764978" cy="56897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9926E60-6166-C930-533D-F37CEFD305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1812" y="4857528"/>
            <a:ext cx="1420464" cy="102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996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Python </a:t>
            </a:r>
            <a:r>
              <a:rPr lang="es-ES" dirty="0" err="1"/>
              <a:t>recall</a:t>
            </a:r>
            <a:r>
              <a:rPr lang="es-ES" dirty="0"/>
              <a:t> – control </a:t>
            </a:r>
            <a:r>
              <a:rPr lang="es-ES" dirty="0" err="1"/>
              <a:t>flow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 Vasco, </a:t>
            </a:r>
            <a:r>
              <a:rPr lang="es-CO" dirty="0" err="1"/>
              <a:t>MSc</a:t>
            </a:r>
            <a:r>
              <a:rPr lang="es-CO" dirty="0"/>
              <a:t>, PhD | </a:t>
            </a:r>
            <a:r>
              <a:rPr lang="es-CO" dirty="0" err="1"/>
              <a:t>Scientific</a:t>
            </a:r>
            <a:r>
              <a:rPr lang="es-CO" dirty="0"/>
              <a:t> </a:t>
            </a:r>
            <a:r>
              <a:rPr lang="es-CO" dirty="0" err="1"/>
              <a:t>programming</a:t>
            </a:r>
            <a:endParaRPr lang="es-CO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6AC68074-5EB2-650C-5D42-A21B69BEA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Break and Continue Statements: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s-C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3BEE7C2-D3C4-0E7B-ED42-4EBA02011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2708920"/>
            <a:ext cx="5684421" cy="179191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FAEA902D-26CC-0250-F375-268DC63AF782}"/>
              </a:ext>
            </a:extLst>
          </p:cNvPr>
          <p:cNvSpPr txBox="1"/>
          <p:nvPr/>
        </p:nvSpPr>
        <p:spPr>
          <a:xfrm>
            <a:off x="2439429" y="4479094"/>
            <a:ext cx="4364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https://skilllx.com/python-flow-controls-break-continue-and-pass/</a:t>
            </a:r>
          </a:p>
        </p:txBody>
      </p:sp>
    </p:spTree>
    <p:extLst>
      <p:ext uri="{BB962C8B-B14F-4D97-AF65-F5344CB8AC3E}">
        <p14:creationId xmlns:p14="http://schemas.microsoft.com/office/powerpoint/2010/main" val="1641761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Python </a:t>
            </a:r>
            <a:r>
              <a:rPr lang="es-ES" dirty="0" err="1"/>
              <a:t>recall</a:t>
            </a:r>
            <a:r>
              <a:rPr lang="es-ES" dirty="0"/>
              <a:t> – control </a:t>
            </a:r>
            <a:r>
              <a:rPr lang="es-ES" dirty="0" err="1"/>
              <a:t>flow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 Vasco, </a:t>
            </a:r>
            <a:r>
              <a:rPr lang="es-CO" dirty="0" err="1"/>
              <a:t>MSc</a:t>
            </a:r>
            <a:r>
              <a:rPr lang="es-CO" dirty="0"/>
              <a:t>, PhD | </a:t>
            </a:r>
            <a:r>
              <a:rPr lang="es-CO" dirty="0" err="1"/>
              <a:t>Scientific</a:t>
            </a:r>
            <a:r>
              <a:rPr lang="es-CO" dirty="0"/>
              <a:t> </a:t>
            </a:r>
            <a:r>
              <a:rPr lang="es-CO" dirty="0" err="1"/>
              <a:t>programming</a:t>
            </a:r>
            <a:endParaRPr lang="es-CO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6AC68074-5EB2-650C-5D42-A21B69BEA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Try-Except Blocks (Exception Handling):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s-CO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7AB19DE3-9CAA-C241-4DB4-C6B0A328F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76" y="2510748"/>
            <a:ext cx="5232867" cy="2822221"/>
          </a:xfrm>
          <a:prstGeom prst="rect">
            <a:avLst/>
          </a:prstGeom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DFA68D6F-3153-B0E2-A2FA-D92B343802FE}"/>
              </a:ext>
            </a:extLst>
          </p:cNvPr>
          <p:cNvSpPr txBox="1"/>
          <p:nvPr/>
        </p:nvSpPr>
        <p:spPr>
          <a:xfrm>
            <a:off x="467544" y="5600061"/>
            <a:ext cx="84189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https://edube.org/learn/programming-essentials-in-python-part-2-spanish/la-anatom-iacute-a-de-las-excepciones#:~:text=Python%203%20define%2063%20excepciones,encuentra%20en%20la%20parte%20superior.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74015E-4B70-8EDA-7E63-10AA2DD4C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876" y="2516555"/>
            <a:ext cx="2684188" cy="281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410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Python </a:t>
            </a:r>
            <a:r>
              <a:rPr lang="es-ES" dirty="0" err="1"/>
              <a:t>recall</a:t>
            </a:r>
            <a:r>
              <a:rPr lang="es-ES" dirty="0"/>
              <a:t> – </a:t>
            </a:r>
            <a:r>
              <a:rPr lang="es-ES" dirty="0" err="1"/>
              <a:t>comprehensions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 Vasco, </a:t>
            </a:r>
            <a:r>
              <a:rPr lang="es-CO" dirty="0" err="1"/>
              <a:t>MSc</a:t>
            </a:r>
            <a:r>
              <a:rPr lang="es-CO" dirty="0"/>
              <a:t>, PhD | </a:t>
            </a:r>
            <a:r>
              <a:rPr lang="es-CO" dirty="0" err="1"/>
              <a:t>Scientific</a:t>
            </a:r>
            <a:r>
              <a:rPr lang="es-CO" dirty="0"/>
              <a:t> </a:t>
            </a:r>
            <a:r>
              <a:rPr lang="es-CO" dirty="0" err="1"/>
              <a:t>programming</a:t>
            </a:r>
            <a:endParaRPr lang="es-CO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6AC68074-5EB2-650C-5D42-A21B69BEA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Concise ways to create lists, </a:t>
            </a:r>
            <a:r>
              <a:rPr lang="en-US"/>
              <a:t>and dictionaries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List comprehension: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Dictionary comprehension: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B92E5D-D495-9576-01AD-CFCA7A53F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832" y="3247159"/>
            <a:ext cx="3308336" cy="36368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BD5256F-BB55-6631-9BBB-896E1A553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993" y="4382123"/>
            <a:ext cx="4314014" cy="36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679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Python </a:t>
            </a:r>
            <a:r>
              <a:rPr lang="es-ES" dirty="0" err="1"/>
              <a:t>recall</a:t>
            </a:r>
            <a:r>
              <a:rPr lang="es-ES" dirty="0"/>
              <a:t> – </a:t>
            </a:r>
            <a:r>
              <a:rPr lang="es-ES" dirty="0" err="1"/>
              <a:t>functional</a:t>
            </a:r>
            <a:r>
              <a:rPr lang="es-ES" dirty="0"/>
              <a:t> </a:t>
            </a:r>
            <a:r>
              <a:rPr lang="es-ES" dirty="0" err="1"/>
              <a:t>programming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 Vasco, </a:t>
            </a:r>
            <a:r>
              <a:rPr lang="es-CO" dirty="0" err="1"/>
              <a:t>MSc</a:t>
            </a:r>
            <a:r>
              <a:rPr lang="es-CO" dirty="0"/>
              <a:t>, PhD | </a:t>
            </a:r>
            <a:r>
              <a:rPr lang="es-CO" dirty="0" err="1"/>
              <a:t>Scientific</a:t>
            </a:r>
            <a:r>
              <a:rPr lang="es-CO" dirty="0"/>
              <a:t> </a:t>
            </a:r>
            <a:r>
              <a:rPr lang="es-CO" dirty="0" err="1"/>
              <a:t>programming</a:t>
            </a:r>
            <a:endParaRPr lang="es-CO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6AC68074-5EB2-650C-5D42-A21B69BEA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Built-in functions:</a:t>
            </a:r>
          </a:p>
          <a:p>
            <a:pPr lvl="1"/>
            <a:r>
              <a:rPr lang="es-ES" dirty="0" err="1"/>
              <a:t>len</a:t>
            </a:r>
            <a:r>
              <a:rPr lang="es-ES" dirty="0"/>
              <a:t>()</a:t>
            </a:r>
          </a:p>
          <a:p>
            <a:pPr lvl="1"/>
            <a:r>
              <a:rPr lang="es-ES" dirty="0" err="1"/>
              <a:t>print</a:t>
            </a:r>
            <a:r>
              <a:rPr lang="es-ES" dirty="0"/>
              <a:t>()</a:t>
            </a:r>
          </a:p>
          <a:p>
            <a:pPr lvl="1"/>
            <a:r>
              <a:rPr lang="es-ES" dirty="0" err="1"/>
              <a:t>max</a:t>
            </a:r>
            <a:r>
              <a:rPr lang="es-ES" dirty="0"/>
              <a:t>()</a:t>
            </a:r>
          </a:p>
          <a:p>
            <a:pPr lvl="1"/>
            <a:r>
              <a:rPr lang="es-ES" dirty="0"/>
              <a:t>min()</a:t>
            </a:r>
          </a:p>
          <a:p>
            <a:pPr lvl="1"/>
            <a:r>
              <a:rPr lang="es-ES" dirty="0"/>
              <a:t>sum()</a:t>
            </a:r>
          </a:p>
          <a:p>
            <a:pPr lvl="1"/>
            <a:r>
              <a:rPr lang="es-ES" dirty="0" err="1"/>
              <a:t>Etc</a:t>
            </a:r>
            <a:endParaRPr lang="es-ES" dirty="0"/>
          </a:p>
          <a:p>
            <a:pPr lvl="1"/>
            <a:endParaRPr lang="es-ES" dirty="0"/>
          </a:p>
          <a:p>
            <a:r>
              <a:rPr lang="en-US" dirty="0"/>
              <a:t>User-defined functions:</a:t>
            </a:r>
          </a:p>
          <a:p>
            <a:pPr lvl="1"/>
            <a:endParaRPr lang="es-E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E64E5F1-69C9-ED39-52F7-F8D80336B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4797152"/>
            <a:ext cx="3534938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90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Python </a:t>
            </a:r>
            <a:r>
              <a:rPr lang="es-ES" dirty="0" err="1"/>
              <a:t>recall</a:t>
            </a:r>
            <a:r>
              <a:rPr lang="es-ES" dirty="0"/>
              <a:t> – </a:t>
            </a:r>
            <a:r>
              <a:rPr lang="es-ES" dirty="0" err="1"/>
              <a:t>functional</a:t>
            </a:r>
            <a:r>
              <a:rPr lang="es-ES" dirty="0"/>
              <a:t> </a:t>
            </a:r>
            <a:r>
              <a:rPr lang="es-ES" dirty="0" err="1"/>
              <a:t>programming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 Vasco, </a:t>
            </a:r>
            <a:r>
              <a:rPr lang="es-CO" dirty="0" err="1"/>
              <a:t>MSc</a:t>
            </a:r>
            <a:r>
              <a:rPr lang="es-CO" dirty="0"/>
              <a:t>, PhD | </a:t>
            </a:r>
            <a:r>
              <a:rPr lang="es-CO" dirty="0" err="1"/>
              <a:t>Scientific</a:t>
            </a:r>
            <a:r>
              <a:rPr lang="es-CO" dirty="0"/>
              <a:t> </a:t>
            </a:r>
            <a:r>
              <a:rPr lang="es-CO" dirty="0" err="1"/>
              <a:t>programming</a:t>
            </a:r>
            <a:endParaRPr lang="es-CO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6AC68074-5EB2-650C-5D42-A21B69BEA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Anonymous functions (lambda functions):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r>
              <a:rPr lang="en-US" dirty="0"/>
              <a:t>Higher-order functions:</a:t>
            </a:r>
          </a:p>
          <a:p>
            <a:pPr lvl="1"/>
            <a:endParaRPr lang="es-E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22977E4-4632-C16F-58D5-E02E138E3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636" y="2492896"/>
            <a:ext cx="3350674" cy="64807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97505F5-4687-409C-4461-DD4465CB7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849" y="4001294"/>
            <a:ext cx="2940248" cy="189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3875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Python </a:t>
            </a:r>
            <a:r>
              <a:rPr lang="es-ES" dirty="0" err="1"/>
              <a:t>recall</a:t>
            </a:r>
            <a:r>
              <a:rPr lang="es-ES" dirty="0"/>
              <a:t> – </a:t>
            </a:r>
            <a:r>
              <a:rPr lang="es-ES" dirty="0" err="1"/>
              <a:t>functional</a:t>
            </a:r>
            <a:r>
              <a:rPr lang="es-ES" dirty="0"/>
              <a:t> </a:t>
            </a:r>
            <a:r>
              <a:rPr lang="es-ES" dirty="0" err="1"/>
              <a:t>programming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 Vasco, </a:t>
            </a:r>
            <a:r>
              <a:rPr lang="es-CO" dirty="0" err="1"/>
              <a:t>MSc</a:t>
            </a:r>
            <a:r>
              <a:rPr lang="es-CO" dirty="0"/>
              <a:t>, PhD | </a:t>
            </a:r>
            <a:r>
              <a:rPr lang="es-CO" dirty="0" err="1"/>
              <a:t>Scientific</a:t>
            </a:r>
            <a:r>
              <a:rPr lang="es-CO" dirty="0"/>
              <a:t> </a:t>
            </a:r>
            <a:r>
              <a:rPr lang="es-CO" dirty="0" err="1"/>
              <a:t>programming</a:t>
            </a:r>
            <a:endParaRPr lang="es-CO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6AC68074-5EB2-650C-5D42-A21B69BEA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Recursive functions: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r>
              <a:rPr lang="en-US" dirty="0"/>
              <a:t>Generator functions:</a:t>
            </a:r>
          </a:p>
          <a:p>
            <a:pPr lvl="1"/>
            <a:endParaRPr lang="es-E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12CFE78-0457-D5E4-DA20-C33525ED7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714" y="2322096"/>
            <a:ext cx="2980383" cy="149019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6E66605-E57E-9578-AE1F-F23C9F9D1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4890" y="4449040"/>
            <a:ext cx="2174220" cy="171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6944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Object-Oriented</a:t>
            </a:r>
            <a:r>
              <a:rPr lang="es-ES" dirty="0"/>
              <a:t> </a:t>
            </a:r>
            <a:r>
              <a:rPr lang="es-ES" dirty="0" err="1"/>
              <a:t>Programming</a:t>
            </a:r>
            <a:r>
              <a:rPr lang="es-ES" dirty="0"/>
              <a:t> (in Python)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682094-B800-0C2A-B106-2937070C3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There are two types of programming paradigms:</a:t>
            </a:r>
          </a:p>
          <a:p>
            <a:pPr marL="0" indent="0" algn="l">
              <a:buNone/>
            </a:pP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0" indent="0" algn="l">
              <a:buNone/>
            </a:pPr>
            <a:r>
              <a:rPr lang="en-US" b="0" i="0" u="sng" dirty="0">
                <a:solidFill>
                  <a:srgbClr val="0D0D0D"/>
                </a:solidFill>
                <a:effectLst/>
                <a:latin typeface="Söhne"/>
              </a:rPr>
              <a:t>Procedure-oriented programming languages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Low reusability, many lines of code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Difficult to debug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Failure in any line results in program crash</a:t>
            </a:r>
          </a:p>
          <a:p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0" indent="0" algn="l">
              <a:buNone/>
            </a:pPr>
            <a:r>
              <a:rPr lang="en-US" b="0" i="0" u="sng" dirty="0">
                <a:solidFill>
                  <a:srgbClr val="0D0D0D"/>
                </a:solidFill>
                <a:effectLst/>
                <a:latin typeface="Söhne"/>
              </a:rPr>
              <a:t>Object-oriented programming languages (OOP)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Modularization</a:t>
            </a:r>
          </a:p>
          <a:p>
            <a:r>
              <a:rPr lang="en-US" dirty="0">
                <a:solidFill>
                  <a:srgbClr val="0D0D0D"/>
                </a:solidFill>
                <a:latin typeface="Söhne"/>
              </a:rPr>
              <a:t>Created by </a:t>
            </a:r>
            <a:r>
              <a:rPr lang="de-DE" dirty="0">
                <a:solidFill>
                  <a:srgbClr val="0D0D0D"/>
                </a:solidFill>
                <a:latin typeface="Söhne"/>
              </a:rPr>
              <a:t>Ole-Johan Dahl and Kristen Nygaard (Simula language, 1960s)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r>
              <a:rPr lang="en-US" dirty="0">
                <a:solidFill>
                  <a:srgbClr val="0D0D0D"/>
                </a:solidFill>
                <a:latin typeface="Söhne"/>
              </a:rPr>
              <a:t>Examples: C++, Java, C#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0" indent="0">
              <a:buNone/>
            </a:pP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</p:spTree>
    <p:extLst>
      <p:ext uri="{BB962C8B-B14F-4D97-AF65-F5344CB8AC3E}">
        <p14:creationId xmlns:p14="http://schemas.microsoft.com/office/powerpoint/2010/main" val="2705682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Recall</a:t>
            </a:r>
            <a:r>
              <a:rPr lang="es-ES" dirty="0"/>
              <a:t> </a:t>
            </a:r>
            <a:r>
              <a:rPr lang="es-ES" dirty="0" err="1"/>
              <a:t>about</a:t>
            </a:r>
            <a:r>
              <a:rPr lang="es-ES" dirty="0"/>
              <a:t> OOP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682094-B800-0C2A-B106-2937070C3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Object: A composite data type used to represent a concept from the real world.</a:t>
            </a:r>
          </a:p>
          <a:p>
            <a:pPr marL="0" indent="0" algn="l">
              <a:buNone/>
            </a:pP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Attribute (of the object): A variable that accounts for a property of the object.</a:t>
            </a:r>
          </a:p>
          <a:p>
            <a:pPr marL="0" indent="0" algn="l">
              <a:buNone/>
            </a:pP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Method: Functions associated with the object.</a:t>
            </a:r>
          </a:p>
          <a:p>
            <a:pPr marL="0" indent="0" algn="l">
              <a:buNone/>
            </a:pP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Class: A generic template (common characteristics) that allows instantiation of objects.</a:t>
            </a:r>
          </a:p>
          <a:p>
            <a:pPr marL="0" indent="0" algn="l">
              <a:buNone/>
            </a:pP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Instance: An object that belongs to a class.</a:t>
            </a:r>
          </a:p>
          <a:p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0" indent="0" algn="ctr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Creating an object from a class → Instantiating a class.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</p:spTree>
    <p:extLst>
      <p:ext uri="{BB962C8B-B14F-4D97-AF65-F5344CB8AC3E}">
        <p14:creationId xmlns:p14="http://schemas.microsoft.com/office/powerpoint/2010/main" val="32112588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Recall</a:t>
            </a:r>
            <a:r>
              <a:rPr lang="es-ES" dirty="0"/>
              <a:t> </a:t>
            </a:r>
            <a:r>
              <a:rPr lang="es-ES" dirty="0" err="1"/>
              <a:t>about</a:t>
            </a:r>
            <a:r>
              <a:rPr lang="es-ES" dirty="0"/>
              <a:t> OOP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pic>
        <p:nvPicPr>
          <p:cNvPr id="16" name="Marcador de contenido 15">
            <a:extLst>
              <a:ext uri="{FF2B5EF4-FFF2-40B4-BE49-F238E27FC236}">
                <a16:creationId xmlns:a16="http://schemas.microsoft.com/office/drawing/2014/main" id="{C0B7ED06-DCDF-EBC3-7A00-0C331970A3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4635" y="1825625"/>
            <a:ext cx="5114730" cy="4351338"/>
          </a:xfrm>
        </p:spPr>
      </p:pic>
    </p:spTree>
    <p:extLst>
      <p:ext uri="{BB962C8B-B14F-4D97-AF65-F5344CB8AC3E}">
        <p14:creationId xmlns:p14="http://schemas.microsoft.com/office/powerpoint/2010/main" val="34059840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Inheritance</a:t>
            </a:r>
            <a:r>
              <a:rPr lang="es-ES" dirty="0"/>
              <a:t> and </a:t>
            </a:r>
            <a:r>
              <a:rPr lang="es-ES" dirty="0" err="1"/>
              <a:t>Class</a:t>
            </a:r>
            <a:r>
              <a:rPr lang="es-ES" dirty="0"/>
              <a:t> </a:t>
            </a:r>
            <a:r>
              <a:rPr lang="es-ES" dirty="0" err="1"/>
              <a:t>Hierarchies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682094-B800-0C2A-B106-2937070C3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 family of classes is known as a </a:t>
            </a:r>
            <a:r>
              <a:rPr lang="en-US" b="0" i="1" dirty="0">
                <a:solidFill>
                  <a:srgbClr val="0D0D0D"/>
                </a:solidFill>
                <a:effectLst/>
                <a:latin typeface="Söhne"/>
              </a:rPr>
              <a:t>class hierarchy </a:t>
            </a:r>
            <a:r>
              <a:rPr lang="en-US" b="0" dirty="0">
                <a:solidFill>
                  <a:srgbClr val="0D0D0D"/>
                </a:solidFill>
                <a:effectLst/>
                <a:latin typeface="Söhne"/>
              </a:rPr>
              <a:t>(</a:t>
            </a:r>
            <a:r>
              <a:rPr lang="en-US" sz="1600" b="0" dirty="0" err="1">
                <a:solidFill>
                  <a:srgbClr val="0D0D0D"/>
                </a:solidFill>
                <a:effectLst/>
                <a:latin typeface="Söhne"/>
              </a:rPr>
              <a:t>Langtangen</a:t>
            </a:r>
            <a:r>
              <a:rPr lang="en-US" sz="1600" b="0" dirty="0">
                <a:solidFill>
                  <a:srgbClr val="0D0D0D"/>
                </a:solidFill>
                <a:effectLst/>
                <a:latin typeface="Söhne"/>
              </a:rPr>
              <a:t>, H. P. (</a:t>
            </a:r>
            <a:r>
              <a:rPr lang="en-US" sz="1600" dirty="0">
                <a:solidFill>
                  <a:srgbClr val="0D0D0D"/>
                </a:solidFill>
                <a:latin typeface="Söhne"/>
              </a:rPr>
              <a:t>2016)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)</a:t>
            </a:r>
            <a:endParaRPr lang="en-US" b="0" dirty="0">
              <a:solidFill>
                <a:srgbClr val="0D0D0D"/>
              </a:solidFill>
              <a:effectLst/>
              <a:latin typeface="Söhne"/>
            </a:endParaRPr>
          </a:p>
          <a:p>
            <a:pPr marL="0" indent="0">
              <a:buNone/>
            </a:pPr>
            <a:endParaRPr lang="en-US" i="1" dirty="0">
              <a:solidFill>
                <a:srgbClr val="0D0D0D"/>
              </a:solidFill>
              <a:latin typeface="Söhne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D0D0D"/>
                </a:solidFill>
                <a:latin typeface="Söhne"/>
              </a:rPr>
              <a:t>Parent class is a.k.a. base class or superclass</a:t>
            </a:r>
          </a:p>
          <a:p>
            <a:pPr marL="0" indent="0">
              <a:buNone/>
            </a:pPr>
            <a:r>
              <a:rPr lang="en-US" dirty="0">
                <a:solidFill>
                  <a:srgbClr val="0D0D0D"/>
                </a:solidFill>
                <a:latin typeface="Söhne"/>
              </a:rPr>
              <a:t>Child class is a.k.a. derived class or subclass</a:t>
            </a:r>
          </a:p>
          <a:p>
            <a:pPr marL="0" indent="0">
              <a:buNone/>
            </a:pPr>
            <a:endParaRPr lang="en-US" i="1" dirty="0">
              <a:solidFill>
                <a:srgbClr val="0D0D0D"/>
              </a:solidFill>
              <a:latin typeface="Söhne"/>
            </a:endParaRPr>
          </a:p>
          <a:p>
            <a:pPr marL="0" indent="0">
              <a:buNone/>
            </a:pPr>
            <a:r>
              <a:rPr lang="en-US" dirty="0"/>
              <a:t>Child classes can</a:t>
            </a:r>
            <a:r>
              <a:rPr lang="en-US" i="1" dirty="0">
                <a:solidFill>
                  <a:srgbClr val="0D0D0D"/>
                </a:solidFill>
                <a:latin typeface="Söhne"/>
              </a:rPr>
              <a:t>:</a:t>
            </a:r>
          </a:p>
          <a:p>
            <a:pPr marL="0" indent="0">
              <a:buNone/>
            </a:pPr>
            <a:endParaRPr lang="en-US" i="1" dirty="0">
              <a:solidFill>
                <a:srgbClr val="0D0D0D"/>
              </a:solidFill>
              <a:latin typeface="Söhne"/>
            </a:endParaRPr>
          </a:p>
          <a:p>
            <a:r>
              <a:rPr lang="en-US" i="1" dirty="0"/>
              <a:t>inherit</a:t>
            </a:r>
            <a:r>
              <a:rPr lang="en-US" dirty="0"/>
              <a:t> data and methods from parent classes</a:t>
            </a:r>
          </a:p>
          <a:p>
            <a:r>
              <a:rPr lang="en-US" dirty="0"/>
              <a:t>modify parent classes’ data and methods</a:t>
            </a:r>
          </a:p>
          <a:p>
            <a:r>
              <a:rPr lang="en-US" dirty="0"/>
              <a:t>add their own data and methods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</p:spTree>
    <p:extLst>
      <p:ext uri="{BB962C8B-B14F-4D97-AF65-F5344CB8AC3E}">
        <p14:creationId xmlns:p14="http://schemas.microsoft.com/office/powerpoint/2010/main" val="3610118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Inheritance</a:t>
            </a:r>
            <a:r>
              <a:rPr lang="es-ES" dirty="0"/>
              <a:t> and </a:t>
            </a:r>
            <a:r>
              <a:rPr lang="es-ES" dirty="0" err="1"/>
              <a:t>Class</a:t>
            </a:r>
            <a:r>
              <a:rPr lang="es-ES" dirty="0"/>
              <a:t> </a:t>
            </a:r>
            <a:r>
              <a:rPr lang="es-ES" dirty="0" err="1"/>
              <a:t>Hierarchies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C9EB8BF2-F65D-F70F-1541-7C75E256E3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2904139"/>
            <a:ext cx="4056389" cy="1769803"/>
          </a:xfr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E20F55C-F533-DC7D-64AB-41C9CFE38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5" y="1988840"/>
            <a:ext cx="4628163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6358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Dynamic </a:t>
            </a:r>
            <a:r>
              <a:rPr lang="es-ES" dirty="0" err="1"/>
              <a:t>binding</a:t>
            </a:r>
            <a:r>
              <a:rPr lang="es-ES" dirty="0"/>
              <a:t> (</a:t>
            </a:r>
            <a:r>
              <a:rPr lang="es-ES" dirty="0" err="1"/>
              <a:t>Polymorphism</a:t>
            </a:r>
            <a:r>
              <a:rPr lang="es-ES" dirty="0"/>
              <a:t>)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E8ACAA1-8BF5-D59E-8B39-1A7CD7F2E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ability of objects from different classes to respond to a method with the same name across various classes.</a:t>
            </a:r>
          </a:p>
          <a:p>
            <a:endParaRPr lang="en-US" dirty="0"/>
          </a:p>
          <a:p>
            <a:r>
              <a:rPr lang="en-US" dirty="0"/>
              <a:t>It can be achieved through inheritance.</a:t>
            </a:r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5EA2B14-38BF-2883-D642-E87A8C2B1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3933056"/>
            <a:ext cx="3067478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029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3800</TotalTime>
  <Words>1350</Words>
  <Application>Microsoft Office PowerPoint</Application>
  <PresentationFormat>Presentación en pantalla (4:3)</PresentationFormat>
  <Paragraphs>287</Paragraphs>
  <Slides>33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Söhne</vt:lpstr>
      <vt:lpstr>Tema de Office</vt:lpstr>
      <vt:lpstr>SCIENTIFIC COMPUTING  Python Essentials</vt:lpstr>
      <vt:lpstr>What is scientific computing?</vt:lpstr>
      <vt:lpstr>What is scientific computing?</vt:lpstr>
      <vt:lpstr>What is scientific computing?</vt:lpstr>
      <vt:lpstr>What is scientific computing?</vt:lpstr>
      <vt:lpstr>Programming languages for SC</vt:lpstr>
      <vt:lpstr>Python</vt:lpstr>
      <vt:lpstr>Why Python?</vt:lpstr>
      <vt:lpstr>Why Python?</vt:lpstr>
      <vt:lpstr>Why Python?</vt:lpstr>
      <vt:lpstr>Why Python?</vt:lpstr>
      <vt:lpstr>Why Python?</vt:lpstr>
      <vt:lpstr>Integrated Development Environment (IDE)</vt:lpstr>
      <vt:lpstr>Integrated Development Environment (IDE)</vt:lpstr>
      <vt:lpstr>Integrated Development Environment (IDE)</vt:lpstr>
      <vt:lpstr>(Essential) Libraries for scientific computing </vt:lpstr>
      <vt:lpstr>Libraries for scientific computing </vt:lpstr>
      <vt:lpstr>Python recall – data collections</vt:lpstr>
      <vt:lpstr>Python recall – data collections</vt:lpstr>
      <vt:lpstr>Python recall – data collections</vt:lpstr>
      <vt:lpstr>Python recall – control flow</vt:lpstr>
      <vt:lpstr>Python recall – control flow</vt:lpstr>
      <vt:lpstr>Python recall – control flow</vt:lpstr>
      <vt:lpstr>Python recall – comprehensions</vt:lpstr>
      <vt:lpstr>Python recall – functional programming</vt:lpstr>
      <vt:lpstr>Python recall – functional programming</vt:lpstr>
      <vt:lpstr>Python recall – functional programming</vt:lpstr>
      <vt:lpstr>Object-Oriented Programming (in Python)</vt:lpstr>
      <vt:lpstr>Recall about OOP</vt:lpstr>
      <vt:lpstr>Recall about OOP</vt:lpstr>
      <vt:lpstr>Inheritance and Class Hierarchies</vt:lpstr>
      <vt:lpstr>Inheritance and Class Hierarchies</vt:lpstr>
      <vt:lpstr>Dynamic binding (Polymorphism)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ESTUDIANTES MATRICULADOS  2010-02 ROBLEDO - FRATERNIDAD</dc:title>
  <dc:creator>marjoriebedoya</dc:creator>
  <cp:lastModifiedBy>Sebastian Roldan Vasco</cp:lastModifiedBy>
  <cp:revision>243</cp:revision>
  <cp:lastPrinted>2013-04-04T20:52:12Z</cp:lastPrinted>
  <dcterms:created xsi:type="dcterms:W3CDTF">2011-02-03T15:57:38Z</dcterms:created>
  <dcterms:modified xsi:type="dcterms:W3CDTF">2024-08-09T19:39:50Z</dcterms:modified>
</cp:coreProperties>
</file>