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2"/>
  </p:notesMasterIdLst>
  <p:sldIdLst>
    <p:sldId id="276" r:id="rId2"/>
    <p:sldId id="278" r:id="rId3"/>
    <p:sldId id="280" r:id="rId4"/>
    <p:sldId id="281" r:id="rId5"/>
    <p:sldId id="284" r:id="rId6"/>
    <p:sldId id="285" r:id="rId7"/>
    <p:sldId id="293" r:id="rId8"/>
    <p:sldId id="294" r:id="rId9"/>
    <p:sldId id="283" r:id="rId10"/>
    <p:sldId id="300" r:id="rId11"/>
    <p:sldId id="286" r:id="rId12"/>
    <p:sldId id="287" r:id="rId13"/>
    <p:sldId id="288" r:id="rId14"/>
    <p:sldId id="308" r:id="rId15"/>
    <p:sldId id="290" r:id="rId16"/>
    <p:sldId id="309" r:id="rId17"/>
    <p:sldId id="310" r:id="rId18"/>
    <p:sldId id="311" r:id="rId19"/>
    <p:sldId id="291" r:id="rId20"/>
    <p:sldId id="292" r:id="rId21"/>
    <p:sldId id="297" r:id="rId22"/>
    <p:sldId id="298" r:id="rId23"/>
    <p:sldId id="282" r:id="rId24"/>
    <p:sldId id="299" r:id="rId25"/>
    <p:sldId id="304" r:id="rId26"/>
    <p:sldId id="303" r:id="rId27"/>
    <p:sldId id="305" r:id="rId28"/>
    <p:sldId id="307" r:id="rId29"/>
    <p:sldId id="302" r:id="rId30"/>
    <p:sldId id="306" r:id="rId3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85B918-9103-4DE4-A6B3-0EB33C401C78}" v="191" dt="2026-05-22T21:47:03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Roldan Vasco" userId="31418594-e352-4801-9a96-51c3bb16e3dc" providerId="ADAL" clId="{0D3BE1EF-DF58-4EE0-95B8-6279B443D665}"/>
    <pc:docChg chg="undo custSel addSld modSld">
      <pc:chgData name="Sebastian Roldan Vasco" userId="31418594-e352-4801-9a96-51c3bb16e3dc" providerId="ADAL" clId="{0D3BE1EF-DF58-4EE0-95B8-6279B443D665}" dt="2026-05-22T21:47:09.327" v="291" actId="1076"/>
      <pc:docMkLst>
        <pc:docMk/>
      </pc:docMkLst>
      <pc:sldChg chg="addSp modSp mod">
        <pc:chgData name="Sebastian Roldan Vasco" userId="31418594-e352-4801-9a96-51c3bb16e3dc" providerId="ADAL" clId="{0D3BE1EF-DF58-4EE0-95B8-6279B443D665}" dt="2026-05-22T21:47:09.327" v="291" actId="1076"/>
        <pc:sldMkLst>
          <pc:docMk/>
          <pc:sldMk cId="3406811838" sldId="303"/>
        </pc:sldMkLst>
        <pc:spChg chg="add mod">
          <ac:chgData name="Sebastian Roldan Vasco" userId="31418594-e352-4801-9a96-51c3bb16e3dc" providerId="ADAL" clId="{0D3BE1EF-DF58-4EE0-95B8-6279B443D665}" dt="2026-05-22T21:47:09.327" v="291" actId="1076"/>
          <ac:spMkLst>
            <pc:docMk/>
            <pc:sldMk cId="3406811838" sldId="303"/>
            <ac:spMk id="3" creationId="{B41BE770-154E-0C36-F625-8AFC57C1D92E}"/>
          </ac:spMkLst>
        </pc:spChg>
        <pc:spChg chg="mod">
          <ac:chgData name="Sebastian Roldan Vasco" userId="31418594-e352-4801-9a96-51c3bb16e3dc" providerId="ADAL" clId="{0D3BE1EF-DF58-4EE0-95B8-6279B443D665}" dt="2026-05-22T21:46:07.072" v="256"/>
          <ac:spMkLst>
            <pc:docMk/>
            <pc:sldMk cId="3406811838" sldId="303"/>
            <ac:spMk id="5" creationId="{D5ADE831-2679-DD8D-C0C7-FA6303F128A5}"/>
          </ac:spMkLst>
        </pc:spChg>
        <pc:spChg chg="add mod">
          <ac:chgData name="Sebastian Roldan Vasco" userId="31418594-e352-4801-9a96-51c3bb16e3dc" providerId="ADAL" clId="{0D3BE1EF-DF58-4EE0-95B8-6279B443D665}" dt="2026-05-22T21:47:03.906" v="290" actId="20577"/>
          <ac:spMkLst>
            <pc:docMk/>
            <pc:sldMk cId="3406811838" sldId="303"/>
            <ac:spMk id="7" creationId="{C63C8A38-3DE2-1E89-F255-8DC0238A8208}"/>
          </ac:spMkLst>
        </pc:spChg>
      </pc:sldChg>
      <pc:sldChg chg="modSp add mod">
        <pc:chgData name="Sebastian Roldan Vasco" userId="31418594-e352-4801-9a96-51c3bb16e3dc" providerId="ADAL" clId="{0D3BE1EF-DF58-4EE0-95B8-6279B443D665}" dt="2026-05-22T21:26:53.142" v="65" actId="20577"/>
        <pc:sldMkLst>
          <pc:docMk/>
          <pc:sldMk cId="1265521243" sldId="309"/>
        </pc:sldMkLst>
        <pc:spChg chg="mod">
          <ac:chgData name="Sebastian Roldan Vasco" userId="31418594-e352-4801-9a96-51c3bb16e3dc" providerId="ADAL" clId="{0D3BE1EF-DF58-4EE0-95B8-6279B443D665}" dt="2026-05-22T21:23:55.910" v="18" actId="20577"/>
          <ac:spMkLst>
            <pc:docMk/>
            <pc:sldMk cId="1265521243" sldId="309"/>
            <ac:spMk id="2" creationId="{A7AB4DCD-F01C-8ACF-895F-D45B75926857}"/>
          </ac:spMkLst>
        </pc:spChg>
        <pc:spChg chg="mod">
          <ac:chgData name="Sebastian Roldan Vasco" userId="31418594-e352-4801-9a96-51c3bb16e3dc" providerId="ADAL" clId="{0D3BE1EF-DF58-4EE0-95B8-6279B443D665}" dt="2026-05-22T21:26:53.142" v="65" actId="20577"/>
          <ac:spMkLst>
            <pc:docMk/>
            <pc:sldMk cId="1265521243" sldId="309"/>
            <ac:spMk id="5" creationId="{0B88430B-9C2D-083D-E173-494FA8831C4B}"/>
          </ac:spMkLst>
        </pc:spChg>
      </pc:sldChg>
      <pc:sldChg chg="modSp add mod">
        <pc:chgData name="Sebastian Roldan Vasco" userId="31418594-e352-4801-9a96-51c3bb16e3dc" providerId="ADAL" clId="{0D3BE1EF-DF58-4EE0-95B8-6279B443D665}" dt="2026-05-22T21:29:25.152" v="109" actId="20577"/>
        <pc:sldMkLst>
          <pc:docMk/>
          <pc:sldMk cId="3640886066" sldId="310"/>
        </pc:sldMkLst>
        <pc:spChg chg="mod">
          <ac:chgData name="Sebastian Roldan Vasco" userId="31418594-e352-4801-9a96-51c3bb16e3dc" providerId="ADAL" clId="{0D3BE1EF-DF58-4EE0-95B8-6279B443D665}" dt="2026-05-22T21:29:25.152" v="109" actId="20577"/>
          <ac:spMkLst>
            <pc:docMk/>
            <pc:sldMk cId="3640886066" sldId="310"/>
            <ac:spMk id="5" creationId="{B75B24B3-9E0F-0B35-4CD5-71936DA8AD2A}"/>
          </ac:spMkLst>
        </pc:spChg>
      </pc:sldChg>
      <pc:sldChg chg="addSp modSp add mod">
        <pc:chgData name="Sebastian Roldan Vasco" userId="31418594-e352-4801-9a96-51c3bb16e3dc" providerId="ADAL" clId="{0D3BE1EF-DF58-4EE0-95B8-6279B443D665}" dt="2026-05-22T21:42:07.882" v="255" actId="20577"/>
        <pc:sldMkLst>
          <pc:docMk/>
          <pc:sldMk cId="1808168162" sldId="311"/>
        </pc:sldMkLst>
        <pc:spChg chg="mod">
          <ac:chgData name="Sebastian Roldan Vasco" userId="31418594-e352-4801-9a96-51c3bb16e3dc" providerId="ADAL" clId="{0D3BE1EF-DF58-4EE0-95B8-6279B443D665}" dt="2026-05-22T21:42:07.882" v="255" actId="20577"/>
          <ac:spMkLst>
            <pc:docMk/>
            <pc:sldMk cId="1808168162" sldId="311"/>
            <ac:spMk id="5" creationId="{5B8DB503-5696-D843-3B12-0F7BC91E1C27}"/>
          </ac:spMkLst>
        </pc:spChg>
        <pc:picChg chg="add mod">
          <ac:chgData name="Sebastian Roldan Vasco" userId="31418594-e352-4801-9a96-51c3bb16e3dc" providerId="ADAL" clId="{0D3BE1EF-DF58-4EE0-95B8-6279B443D665}" dt="2026-05-22T21:38:38.047" v="132" actId="1076"/>
          <ac:picMkLst>
            <pc:docMk/>
            <pc:sldMk cId="1808168162" sldId="311"/>
            <ac:picMk id="6" creationId="{49F65FC5-8E77-9A40-DF2B-80691C83B4AC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image" Target="../media/image180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35B6D4-A2F0-4B43-98CD-E27336D7A8F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AC37951-FBB1-424F-AAC1-670355A540DD}">
      <dgm:prSet phldrT="[Texto]"/>
      <dgm:spPr/>
      <dgm:t>
        <a:bodyPr/>
        <a:lstStyle/>
        <a:p>
          <a:r>
            <a:rPr lang="en-US" dirty="0"/>
            <a:t>Identify the Input Size</a:t>
          </a:r>
          <a:endParaRPr lang="es-CO" dirty="0"/>
        </a:p>
      </dgm:t>
    </dgm:pt>
    <dgm:pt modelId="{2F137B74-1621-4E3F-8ED4-DF041E8E2A6C}" type="parTrans" cxnId="{92B46268-7198-4B36-B610-9229DBA588B5}">
      <dgm:prSet/>
      <dgm:spPr/>
      <dgm:t>
        <a:bodyPr/>
        <a:lstStyle/>
        <a:p>
          <a:endParaRPr lang="es-CO"/>
        </a:p>
      </dgm:t>
    </dgm:pt>
    <dgm:pt modelId="{164FED4A-0FFC-40A3-8F50-61FA0347E20E}" type="sibTrans" cxnId="{92B46268-7198-4B36-B610-9229DBA588B5}">
      <dgm:prSet/>
      <dgm:spPr/>
      <dgm:t>
        <a:bodyPr/>
        <a:lstStyle/>
        <a:p>
          <a:endParaRPr lang="es-CO"/>
        </a:p>
      </dgm:t>
    </dgm:pt>
    <dgm:pt modelId="{7396DA3C-A262-4927-936F-175F6D93E34F}">
      <dgm:prSet phldrT="[Texto]"/>
      <dgm:spPr/>
      <dgm:t>
        <a:bodyPr/>
        <a:lstStyle/>
        <a:p>
          <a:pPr>
            <a:buNone/>
          </a:pPr>
          <a:r>
            <a:rPr lang="en-US" dirty="0"/>
            <a:t>The size of an array, the number of elements in a list, the length of a string, </a:t>
          </a:r>
          <a:r>
            <a:rPr lang="en-US" dirty="0" err="1"/>
            <a:t>etc</a:t>
          </a:r>
          <a:endParaRPr lang="es-CO" dirty="0"/>
        </a:p>
      </dgm:t>
    </dgm:pt>
    <dgm:pt modelId="{3A6E76DB-D629-44AA-A284-5AA265EF4ABB}" type="parTrans" cxnId="{934C9B45-2E49-46A4-AB47-5208D83D5E6F}">
      <dgm:prSet/>
      <dgm:spPr/>
      <dgm:t>
        <a:bodyPr/>
        <a:lstStyle/>
        <a:p>
          <a:endParaRPr lang="es-CO"/>
        </a:p>
      </dgm:t>
    </dgm:pt>
    <dgm:pt modelId="{65103C4D-F73C-4AB9-BCE5-50948A80DCEC}" type="sibTrans" cxnId="{934C9B45-2E49-46A4-AB47-5208D83D5E6F}">
      <dgm:prSet/>
      <dgm:spPr/>
      <dgm:t>
        <a:bodyPr/>
        <a:lstStyle/>
        <a:p>
          <a:endParaRPr lang="es-CO"/>
        </a:p>
      </dgm:t>
    </dgm:pt>
    <dgm:pt modelId="{2519E54A-0D34-47F7-A730-8779F328CD80}">
      <dgm:prSet phldrT="[Texto]"/>
      <dgm:spPr/>
      <dgm:t>
        <a:bodyPr/>
        <a:lstStyle/>
        <a:p>
          <a:r>
            <a:rPr lang="en-US" dirty="0"/>
            <a:t>Identify Basic Operations</a:t>
          </a:r>
          <a:endParaRPr lang="es-CO" dirty="0"/>
        </a:p>
      </dgm:t>
    </dgm:pt>
    <dgm:pt modelId="{06A7928B-0E32-488C-945A-613EEBDB9213}" type="parTrans" cxnId="{FDAD589F-D38A-4AD4-B861-730F8201553D}">
      <dgm:prSet/>
      <dgm:spPr/>
      <dgm:t>
        <a:bodyPr/>
        <a:lstStyle/>
        <a:p>
          <a:endParaRPr lang="es-CO"/>
        </a:p>
      </dgm:t>
    </dgm:pt>
    <dgm:pt modelId="{78C7F304-A2B8-4A62-B6F1-5B86011DEFAD}" type="sibTrans" cxnId="{FDAD589F-D38A-4AD4-B861-730F8201553D}">
      <dgm:prSet/>
      <dgm:spPr/>
      <dgm:t>
        <a:bodyPr/>
        <a:lstStyle/>
        <a:p>
          <a:endParaRPr lang="es-CO"/>
        </a:p>
      </dgm:t>
    </dgm:pt>
    <dgm:pt modelId="{F623952D-B8A7-49E2-BEDB-924016C10D9F}">
      <dgm:prSet phldrT="[Texto]"/>
      <dgm:spPr/>
      <dgm:t>
        <a:bodyPr/>
        <a:lstStyle/>
        <a:p>
          <a:pPr>
            <a:buNone/>
          </a:pPr>
          <a:r>
            <a:rPr lang="en-US" dirty="0"/>
            <a:t>Arithmetic operations, comparisons, and </a:t>
          </a:r>
          <a:r>
            <a:rPr lang="en-US" dirty="0" err="1"/>
            <a:t>iter</a:t>
          </a:r>
          <a:r>
            <a:rPr lang="en-US" dirty="0"/>
            <a:t> (loops)</a:t>
          </a:r>
          <a:endParaRPr lang="es-CO" dirty="0"/>
        </a:p>
      </dgm:t>
    </dgm:pt>
    <dgm:pt modelId="{3BFF5664-7FAB-462A-B53E-F3E36432A0AC}" type="parTrans" cxnId="{075B844E-6428-42EA-B2B7-3B6B7093CB44}">
      <dgm:prSet/>
      <dgm:spPr/>
      <dgm:t>
        <a:bodyPr/>
        <a:lstStyle/>
        <a:p>
          <a:endParaRPr lang="es-CO"/>
        </a:p>
      </dgm:t>
    </dgm:pt>
    <dgm:pt modelId="{82E62CC4-CC08-4D3E-94E3-3097C5C8713E}" type="sibTrans" cxnId="{075B844E-6428-42EA-B2B7-3B6B7093CB44}">
      <dgm:prSet/>
      <dgm:spPr/>
      <dgm:t>
        <a:bodyPr/>
        <a:lstStyle/>
        <a:p>
          <a:endParaRPr lang="es-CO"/>
        </a:p>
      </dgm:t>
    </dgm:pt>
    <dgm:pt modelId="{4D00FDAA-E70C-4F90-9E0D-D27DC3F8E8EE}">
      <dgm:prSet phldrT="[Texto]"/>
      <dgm:spPr/>
      <dgm:t>
        <a:bodyPr/>
        <a:lstStyle/>
        <a:p>
          <a:r>
            <a:rPr lang="en-US" dirty="0"/>
            <a:t>Analyze Loops</a:t>
          </a:r>
          <a:endParaRPr lang="es-CO" dirty="0"/>
        </a:p>
      </dgm:t>
    </dgm:pt>
    <dgm:pt modelId="{E3B5FE75-1ACE-486E-837A-2981F67802EB}" type="parTrans" cxnId="{7FF2B76A-244C-44C8-835E-8051ED8D6AD8}">
      <dgm:prSet/>
      <dgm:spPr/>
      <dgm:t>
        <a:bodyPr/>
        <a:lstStyle/>
        <a:p>
          <a:endParaRPr lang="es-CO"/>
        </a:p>
      </dgm:t>
    </dgm:pt>
    <dgm:pt modelId="{1F7C7D02-D6F2-4515-B5C1-D700497B16C6}" type="sibTrans" cxnId="{7FF2B76A-244C-44C8-835E-8051ED8D6AD8}">
      <dgm:prSet/>
      <dgm:spPr/>
      <dgm:t>
        <a:bodyPr/>
        <a:lstStyle/>
        <a:p>
          <a:endParaRPr lang="es-CO"/>
        </a:p>
      </dgm:t>
    </dgm:pt>
    <dgm:pt modelId="{8E40E470-EBFD-4513-896B-26F599B0D18B}">
      <dgm:prSet phldrT="[Texto]"/>
      <dgm:spPr/>
      <dgm:t>
        <a:bodyPr/>
        <a:lstStyle/>
        <a:p>
          <a:pPr>
            <a:buNone/>
          </a:pPr>
          <a:r>
            <a:rPr lang="es-ES" dirty="0"/>
            <a:t># </a:t>
          </a:r>
          <a:r>
            <a:rPr lang="es-ES" dirty="0" err="1"/>
            <a:t>iter</a:t>
          </a:r>
          <a:r>
            <a:rPr lang="es-ES" dirty="0"/>
            <a:t> </a:t>
          </a:r>
          <a:r>
            <a:rPr lang="es-ES" dirty="0" err="1"/>
            <a:t>according</a:t>
          </a:r>
          <a:r>
            <a:rPr lang="es-ES" dirty="0"/>
            <a:t> </a:t>
          </a:r>
          <a:r>
            <a:rPr lang="es-ES" dirty="0" err="1"/>
            <a:t>to</a:t>
          </a:r>
          <a:r>
            <a:rPr lang="es-ES" dirty="0"/>
            <a:t> </a:t>
          </a:r>
          <a:r>
            <a:rPr lang="es-ES" dirty="0" err="1"/>
            <a:t>the</a:t>
          </a:r>
          <a:r>
            <a:rPr lang="es-ES" dirty="0"/>
            <a:t> input </a:t>
          </a:r>
          <a:r>
            <a:rPr lang="es-ES" dirty="0" err="1"/>
            <a:t>size</a:t>
          </a:r>
          <a:r>
            <a:rPr lang="es-ES" dirty="0"/>
            <a:t>, </a:t>
          </a:r>
          <a:r>
            <a:rPr lang="es-ES" dirty="0" err="1"/>
            <a:t>nested</a:t>
          </a:r>
          <a:r>
            <a:rPr lang="es-ES" dirty="0"/>
            <a:t> </a:t>
          </a:r>
          <a:r>
            <a:rPr lang="es-ES" dirty="0" err="1"/>
            <a:t>loops</a:t>
          </a:r>
          <a:endParaRPr lang="es-CO" dirty="0"/>
        </a:p>
      </dgm:t>
    </dgm:pt>
    <dgm:pt modelId="{5BE79157-D7F6-4C76-9B3E-28B626399D70}" type="parTrans" cxnId="{6086C738-96C5-4912-950D-B27942FC8DBD}">
      <dgm:prSet/>
      <dgm:spPr/>
      <dgm:t>
        <a:bodyPr/>
        <a:lstStyle/>
        <a:p>
          <a:endParaRPr lang="es-CO"/>
        </a:p>
      </dgm:t>
    </dgm:pt>
    <dgm:pt modelId="{B0B20F4C-5ED0-4B4D-8491-4BBE2FCA9FB9}" type="sibTrans" cxnId="{6086C738-96C5-4912-950D-B27942FC8DBD}">
      <dgm:prSet/>
      <dgm:spPr/>
      <dgm:t>
        <a:bodyPr/>
        <a:lstStyle/>
        <a:p>
          <a:endParaRPr lang="es-CO"/>
        </a:p>
      </dgm:t>
    </dgm:pt>
    <dgm:pt modelId="{3891BBD9-A6E0-4E47-B635-05AB1DB6FC9D}">
      <dgm:prSet/>
      <dgm:spPr/>
      <dgm:t>
        <a:bodyPr/>
        <a:lstStyle/>
        <a:p>
          <a:r>
            <a:rPr lang="en-US" dirty="0"/>
            <a:t>Calculate Total Operations</a:t>
          </a:r>
          <a:endParaRPr lang="es-CO" dirty="0"/>
        </a:p>
      </dgm:t>
    </dgm:pt>
    <dgm:pt modelId="{CA46007F-5639-4D5C-B103-134123E4C037}" type="parTrans" cxnId="{D17203D4-B5EF-45E1-BB4C-9634CA875897}">
      <dgm:prSet/>
      <dgm:spPr/>
      <dgm:t>
        <a:bodyPr/>
        <a:lstStyle/>
        <a:p>
          <a:endParaRPr lang="es-CO"/>
        </a:p>
      </dgm:t>
    </dgm:pt>
    <dgm:pt modelId="{5FA4164B-877D-4981-9701-B69108BFB637}" type="sibTrans" cxnId="{D17203D4-B5EF-45E1-BB4C-9634CA875897}">
      <dgm:prSet/>
      <dgm:spPr/>
      <dgm:t>
        <a:bodyPr/>
        <a:lstStyle/>
        <a:p>
          <a:endParaRPr lang="es-CO"/>
        </a:p>
      </dgm:t>
    </dgm:pt>
    <mc:AlternateContent xmlns:mc="http://schemas.openxmlformats.org/markup-compatibility/2006" xmlns:a14="http://schemas.microsoft.com/office/drawing/2010/main">
      <mc:Choice Requires="a14">
        <dgm:pt modelId="{6845A1BA-AE74-4597-818C-B815BF2097A6}">
          <dgm:prSet/>
          <dgm:spPr/>
          <dgm:t>
            <a:bodyPr/>
            <a:lstStyle/>
            <a:p>
              <a:pPr>
                <a:buNone/>
              </a:pPr>
              <a14:m>
                <m:oMath xmlns:m="http://schemas.openxmlformats.org/officeDocument/2006/math">
                  <m:r>
                    <m:rPr>
                      <m:sty m:val="p"/>
                    </m:rPr>
                    <a:rPr lang="el-GR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Σ</m:t>
                  </m:r>
                </m:oMath>
              </a14:m>
              <a:r>
                <a:rPr lang="es-CO" dirty="0"/>
                <a:t> </a:t>
              </a:r>
              <a:r>
                <a:rPr lang="es-CO" dirty="0" err="1"/>
                <a:t>inside</a:t>
              </a:r>
              <a:r>
                <a:rPr lang="es-CO" dirty="0"/>
                <a:t> </a:t>
              </a:r>
              <a:r>
                <a:rPr lang="es-CO" dirty="0" err="1"/>
                <a:t>loops</a:t>
              </a:r>
              <a:r>
                <a:rPr lang="es-CO" dirty="0"/>
                <a:t>,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l-GR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Π</m:t>
                  </m:r>
                </m:oMath>
              </a14:m>
              <a:r>
                <a:rPr lang="es-CO" dirty="0"/>
                <a:t> by # </a:t>
              </a:r>
              <a:r>
                <a:rPr lang="es-CO" dirty="0" err="1"/>
                <a:t>iter</a:t>
              </a:r>
              <a:endParaRPr lang="es-CO" dirty="0"/>
            </a:p>
          </dgm:t>
        </dgm:pt>
      </mc:Choice>
      <mc:Fallback xmlns="">
        <dgm:pt modelId="{6845A1BA-AE74-4597-818C-B815BF2097A6}">
          <dgm:prSet/>
          <dgm:spPr/>
          <dgm:t>
            <a:bodyPr/>
            <a:lstStyle/>
            <a:p>
              <a:pPr>
                <a:buNone/>
              </a:pPr>
              <a:r>
                <a:rPr lang="el-GR" i="0"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es-CO" dirty="0"/>
                <a:t> </a:t>
              </a:r>
              <a:r>
                <a:rPr lang="es-CO" dirty="0" err="1"/>
                <a:t>inside</a:t>
              </a:r>
              <a:r>
                <a:rPr lang="es-CO" dirty="0"/>
                <a:t> </a:t>
              </a:r>
              <a:r>
                <a:rPr lang="es-CO" dirty="0" err="1"/>
                <a:t>loops</a:t>
              </a:r>
              <a:r>
                <a:rPr lang="es-CO" dirty="0"/>
                <a:t>, </a:t>
              </a:r>
              <a:r>
                <a:rPr lang="el-GR" i="0">
                  <a:latin typeface="Cambria Math" panose="02040503050406030204" pitchFamily="18" charset="0"/>
                  <a:ea typeface="Cambria Math" panose="02040503050406030204" pitchFamily="18" charset="0"/>
                </a:rPr>
                <a:t>Π</a:t>
              </a:r>
              <a:r>
                <a:rPr lang="es-CO" dirty="0"/>
                <a:t> by # </a:t>
              </a:r>
              <a:r>
                <a:rPr lang="es-CO" dirty="0" err="1"/>
                <a:t>iter</a:t>
              </a:r>
              <a:endParaRPr lang="es-CO" dirty="0"/>
            </a:p>
          </dgm:t>
        </dgm:pt>
      </mc:Fallback>
    </mc:AlternateContent>
    <dgm:pt modelId="{676F1FA6-6823-409E-A9D4-494EBAC8C119}" type="parTrans" cxnId="{3CD26D3F-9C4B-4C79-A0BA-C2A451D2414D}">
      <dgm:prSet/>
      <dgm:spPr/>
      <dgm:t>
        <a:bodyPr/>
        <a:lstStyle/>
        <a:p>
          <a:endParaRPr lang="es-CO"/>
        </a:p>
      </dgm:t>
    </dgm:pt>
    <dgm:pt modelId="{364B6344-FA92-47BB-AF82-BDC4CD894666}" type="sibTrans" cxnId="{3CD26D3F-9C4B-4C79-A0BA-C2A451D2414D}">
      <dgm:prSet/>
      <dgm:spPr/>
      <dgm:t>
        <a:bodyPr/>
        <a:lstStyle/>
        <a:p>
          <a:endParaRPr lang="es-CO"/>
        </a:p>
      </dgm:t>
    </dgm:pt>
    <dgm:pt modelId="{BEAF86AD-B681-4DB5-925F-BDF7CE301C3B}">
      <dgm:prSet/>
      <dgm:spPr/>
      <dgm:t>
        <a:bodyPr/>
        <a:lstStyle/>
        <a:p>
          <a:r>
            <a:rPr lang="en-US" dirty="0"/>
            <a:t>Express Temporal Complexity</a:t>
          </a:r>
          <a:endParaRPr lang="es-CO" dirty="0"/>
        </a:p>
      </dgm:t>
    </dgm:pt>
    <dgm:pt modelId="{A9668C42-C7F1-488A-A082-8ED537E0090F}" type="parTrans" cxnId="{E3C27BA8-8650-4C6C-B7EB-C0C9CE2E4DE9}">
      <dgm:prSet/>
      <dgm:spPr/>
      <dgm:t>
        <a:bodyPr/>
        <a:lstStyle/>
        <a:p>
          <a:endParaRPr lang="es-CO"/>
        </a:p>
      </dgm:t>
    </dgm:pt>
    <dgm:pt modelId="{F5E28BC5-81A5-4BE2-A2D8-35704BEFA683}" type="sibTrans" cxnId="{E3C27BA8-8650-4C6C-B7EB-C0C9CE2E4DE9}">
      <dgm:prSet/>
      <dgm:spPr/>
      <dgm:t>
        <a:bodyPr/>
        <a:lstStyle/>
        <a:p>
          <a:endParaRPr lang="es-CO"/>
        </a:p>
      </dgm:t>
    </dgm:pt>
    <mc:AlternateContent xmlns:mc="http://schemas.openxmlformats.org/markup-compatibility/2006" xmlns:a14="http://schemas.microsoft.com/office/drawing/2010/main">
      <mc:Choice Requires="a14">
        <dgm:pt modelId="{53D517E8-8A95-4159-B152-41B06B029E71}">
          <dgm:prSet/>
          <dgm:spPr/>
          <dgm:t>
            <a:bodyPr/>
            <a:lstStyle/>
            <a:p>
              <a:pPr>
                <a:buNone/>
              </a:pPr>
              <a:r>
                <a:rPr lang="es-ES" dirty="0"/>
                <a:t>Big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l-GR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Ο</m:t>
                  </m:r>
                </m:oMath>
              </a14:m>
              <a:r>
                <a:rPr lang="es-CO" dirty="0"/>
                <a:t>, i</a:t>
              </a:r>
              <a:r>
                <a:rPr lang="en-US" dirty="0" err="1"/>
                <a:t>dentify</a:t>
              </a:r>
              <a:r>
                <a:rPr lang="en-US" dirty="0"/>
                <a:t> the dominating factor for runtime </a:t>
              </a:r>
              <a:endParaRPr lang="es-CO" dirty="0"/>
            </a:p>
          </dgm:t>
        </dgm:pt>
      </mc:Choice>
      <mc:Fallback xmlns="">
        <dgm:pt modelId="{53D517E8-8A95-4159-B152-41B06B029E71}">
          <dgm:prSet/>
          <dgm:spPr/>
          <dgm:t>
            <a:bodyPr/>
            <a:lstStyle/>
            <a:p>
              <a:pPr>
                <a:buNone/>
              </a:pPr>
              <a:r>
                <a:rPr lang="es-ES" dirty="0"/>
                <a:t>Big </a:t>
              </a:r>
              <a:r>
                <a:rPr lang="el-GR" i="0">
                  <a:latin typeface="Cambria Math" panose="02040503050406030204" pitchFamily="18" charset="0"/>
                  <a:ea typeface="Cambria Math" panose="02040503050406030204" pitchFamily="18" charset="0"/>
                </a:rPr>
                <a:t>Ο</a:t>
              </a:r>
              <a:r>
                <a:rPr lang="es-CO" dirty="0"/>
                <a:t>, i</a:t>
              </a:r>
              <a:r>
                <a:rPr lang="en-US" dirty="0" err="1"/>
                <a:t>dentify</a:t>
              </a:r>
              <a:r>
                <a:rPr lang="en-US" dirty="0"/>
                <a:t> the dominating factor for runtime </a:t>
              </a:r>
              <a:endParaRPr lang="es-CO" dirty="0"/>
            </a:p>
          </dgm:t>
        </dgm:pt>
      </mc:Fallback>
    </mc:AlternateContent>
    <dgm:pt modelId="{AA33384A-CE3E-41FE-B80E-8DDE78AF886B}" type="parTrans" cxnId="{00804B1F-0682-4243-A8CD-0565A4348F25}">
      <dgm:prSet/>
      <dgm:spPr/>
      <dgm:t>
        <a:bodyPr/>
        <a:lstStyle/>
        <a:p>
          <a:endParaRPr lang="es-CO"/>
        </a:p>
      </dgm:t>
    </dgm:pt>
    <dgm:pt modelId="{58759C2B-E658-475E-B7BE-A6216EEBC1FE}" type="sibTrans" cxnId="{00804B1F-0682-4243-A8CD-0565A4348F25}">
      <dgm:prSet/>
      <dgm:spPr/>
      <dgm:t>
        <a:bodyPr/>
        <a:lstStyle/>
        <a:p>
          <a:endParaRPr lang="es-CO"/>
        </a:p>
      </dgm:t>
    </dgm:pt>
    <dgm:pt modelId="{1B566809-9EBC-4475-906D-71EBFF743E31}" type="pres">
      <dgm:prSet presAssocID="{F735B6D4-A2F0-4B43-98CD-E27336D7A8F3}" presName="rootnode" presStyleCnt="0">
        <dgm:presLayoutVars>
          <dgm:chMax/>
          <dgm:chPref/>
          <dgm:dir/>
          <dgm:animLvl val="lvl"/>
        </dgm:presLayoutVars>
      </dgm:prSet>
      <dgm:spPr/>
    </dgm:pt>
    <dgm:pt modelId="{09F60502-424E-45A1-B8C5-42AE97C0B20F}" type="pres">
      <dgm:prSet presAssocID="{2AC37951-FBB1-424F-AAC1-670355A540DD}" presName="composite" presStyleCnt="0"/>
      <dgm:spPr/>
    </dgm:pt>
    <dgm:pt modelId="{4D713EF0-3B18-460E-95A1-4E7F43591BFA}" type="pres">
      <dgm:prSet presAssocID="{2AC37951-FBB1-424F-AAC1-670355A540DD}" presName="bentUpArrow1" presStyleLbl="alignImgPlace1" presStyleIdx="0" presStyleCnt="4"/>
      <dgm:spPr/>
    </dgm:pt>
    <dgm:pt modelId="{AFC80FAB-D8AA-4947-88FA-69B7C635EC5E}" type="pres">
      <dgm:prSet presAssocID="{2AC37951-FBB1-424F-AAC1-670355A540DD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084119B3-AEFA-44E5-A27F-1E44CF1A7906}" type="pres">
      <dgm:prSet presAssocID="{2AC37951-FBB1-424F-AAC1-670355A540DD}" presName="ChildText" presStyleLbl="revTx" presStyleIdx="0" presStyleCnt="5" custScaleX="181916" custLinFactNeighborX="39131">
        <dgm:presLayoutVars>
          <dgm:chMax val="0"/>
          <dgm:chPref val="0"/>
          <dgm:bulletEnabled val="1"/>
        </dgm:presLayoutVars>
      </dgm:prSet>
      <dgm:spPr/>
    </dgm:pt>
    <dgm:pt modelId="{89FDE0B3-610A-4165-9C25-AD5E605EB742}" type="pres">
      <dgm:prSet presAssocID="{164FED4A-0FFC-40A3-8F50-61FA0347E20E}" presName="sibTrans" presStyleCnt="0"/>
      <dgm:spPr/>
    </dgm:pt>
    <dgm:pt modelId="{784EC977-019A-4103-8118-22EC149F0E48}" type="pres">
      <dgm:prSet presAssocID="{2519E54A-0D34-47F7-A730-8779F328CD80}" presName="composite" presStyleCnt="0"/>
      <dgm:spPr/>
    </dgm:pt>
    <dgm:pt modelId="{94158FBD-676B-4571-AB27-C4021CF78312}" type="pres">
      <dgm:prSet presAssocID="{2519E54A-0D34-47F7-A730-8779F328CD80}" presName="bentUpArrow1" presStyleLbl="alignImgPlace1" presStyleIdx="1" presStyleCnt="4"/>
      <dgm:spPr/>
    </dgm:pt>
    <dgm:pt modelId="{D8994483-71C5-4013-ACFD-FB9A5A5DF17D}" type="pres">
      <dgm:prSet presAssocID="{2519E54A-0D34-47F7-A730-8779F328CD80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B4AADDA9-6E69-447F-BBCF-ED19B12B92E0}" type="pres">
      <dgm:prSet presAssocID="{2519E54A-0D34-47F7-A730-8779F328CD80}" presName="ChildText" presStyleLbl="revTx" presStyleIdx="1" presStyleCnt="5" custScaleX="205697" custLinFactNeighborX="53114">
        <dgm:presLayoutVars>
          <dgm:chMax val="0"/>
          <dgm:chPref val="0"/>
          <dgm:bulletEnabled val="1"/>
        </dgm:presLayoutVars>
      </dgm:prSet>
      <dgm:spPr/>
    </dgm:pt>
    <dgm:pt modelId="{1A5D3C64-C424-4D07-9636-8BD6B064CD80}" type="pres">
      <dgm:prSet presAssocID="{78C7F304-A2B8-4A62-B6F1-5B86011DEFAD}" presName="sibTrans" presStyleCnt="0"/>
      <dgm:spPr/>
    </dgm:pt>
    <dgm:pt modelId="{E4BDEB96-F881-4EA0-80CD-EB98E6540A38}" type="pres">
      <dgm:prSet presAssocID="{4D00FDAA-E70C-4F90-9E0D-D27DC3F8E8EE}" presName="composite" presStyleCnt="0"/>
      <dgm:spPr/>
    </dgm:pt>
    <dgm:pt modelId="{00C3ECC1-7F13-4387-8678-BFA489D475A7}" type="pres">
      <dgm:prSet presAssocID="{4D00FDAA-E70C-4F90-9E0D-D27DC3F8E8EE}" presName="bentUpArrow1" presStyleLbl="alignImgPlace1" presStyleIdx="2" presStyleCnt="4"/>
      <dgm:spPr/>
    </dgm:pt>
    <dgm:pt modelId="{DD2775B1-0561-4E04-9172-B57466BDA044}" type="pres">
      <dgm:prSet presAssocID="{4D00FDAA-E70C-4F90-9E0D-D27DC3F8E8EE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0B09A344-B785-440A-B3AD-6344CE193A13}" type="pres">
      <dgm:prSet presAssocID="{4D00FDAA-E70C-4F90-9E0D-D27DC3F8E8EE}" presName="ChildText" presStyleLbl="revTx" presStyleIdx="2" presStyleCnt="5" custScaleX="187698" custLinFactNeighborX="42272">
        <dgm:presLayoutVars>
          <dgm:chMax val="0"/>
          <dgm:chPref val="0"/>
          <dgm:bulletEnabled val="1"/>
        </dgm:presLayoutVars>
      </dgm:prSet>
      <dgm:spPr/>
    </dgm:pt>
    <dgm:pt modelId="{3A3A4947-E1FA-43B4-9846-F86BE9F77FAE}" type="pres">
      <dgm:prSet presAssocID="{1F7C7D02-D6F2-4515-B5C1-D700497B16C6}" presName="sibTrans" presStyleCnt="0"/>
      <dgm:spPr/>
    </dgm:pt>
    <dgm:pt modelId="{4E4CBA80-1080-46B1-8D37-DAC665EF4F53}" type="pres">
      <dgm:prSet presAssocID="{3891BBD9-A6E0-4E47-B635-05AB1DB6FC9D}" presName="composite" presStyleCnt="0"/>
      <dgm:spPr/>
    </dgm:pt>
    <dgm:pt modelId="{04A091CA-1C01-492E-9C5D-FAA9B5FC1483}" type="pres">
      <dgm:prSet presAssocID="{3891BBD9-A6E0-4E47-B635-05AB1DB6FC9D}" presName="bentUpArrow1" presStyleLbl="alignImgPlace1" presStyleIdx="3" presStyleCnt="4"/>
      <dgm:spPr/>
    </dgm:pt>
    <dgm:pt modelId="{D5A7EB12-D163-45E0-8C1E-78A70BB47E64}" type="pres">
      <dgm:prSet presAssocID="{3891BBD9-A6E0-4E47-B635-05AB1DB6FC9D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13C6601A-1DE2-406C-885E-461F393D8B5E}" type="pres">
      <dgm:prSet presAssocID="{3891BBD9-A6E0-4E47-B635-05AB1DB6FC9D}" presName="ChildText" presStyleLbl="revTx" presStyleIdx="3" presStyleCnt="5" custScaleX="207370" custLinFactNeighborX="53113">
        <dgm:presLayoutVars>
          <dgm:chMax val="0"/>
          <dgm:chPref val="0"/>
          <dgm:bulletEnabled val="1"/>
        </dgm:presLayoutVars>
      </dgm:prSet>
      <dgm:spPr/>
    </dgm:pt>
    <dgm:pt modelId="{69498037-0E31-4CFC-BF3A-E8F12C809200}" type="pres">
      <dgm:prSet presAssocID="{5FA4164B-877D-4981-9701-B69108BFB637}" presName="sibTrans" presStyleCnt="0"/>
      <dgm:spPr/>
    </dgm:pt>
    <dgm:pt modelId="{6A0FBA05-C0BA-4512-94C4-9C3C673A12F9}" type="pres">
      <dgm:prSet presAssocID="{BEAF86AD-B681-4DB5-925F-BDF7CE301C3B}" presName="composite" presStyleCnt="0"/>
      <dgm:spPr/>
    </dgm:pt>
    <dgm:pt modelId="{74C868E3-45B1-4A50-AA5D-B2EAD63F2E11}" type="pres">
      <dgm:prSet presAssocID="{BEAF86AD-B681-4DB5-925F-BDF7CE301C3B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67B3FD7C-135D-4B6A-A53A-7BFFE7E9A358}" type="pres">
      <dgm:prSet presAssocID="{BEAF86AD-B681-4DB5-925F-BDF7CE301C3B}" presName="FinalChildText" presStyleLbl="revTx" presStyleIdx="4" presStyleCnt="5" custScaleX="201375" custLinFactNeighborX="51445">
        <dgm:presLayoutVars>
          <dgm:chMax val="0"/>
          <dgm:chPref val="0"/>
          <dgm:bulletEnabled val="1"/>
        </dgm:presLayoutVars>
      </dgm:prSet>
      <dgm:spPr/>
    </dgm:pt>
  </dgm:ptLst>
  <dgm:cxnLst>
    <dgm:cxn modelId="{F7C95302-16EA-44E7-91D3-CF1A306D1E99}" type="presOf" srcId="{F735B6D4-A2F0-4B43-98CD-E27336D7A8F3}" destId="{1B566809-9EBC-4475-906D-71EBFF743E31}" srcOrd="0" destOrd="0" presId="urn:microsoft.com/office/officeart/2005/8/layout/StepDownProcess"/>
    <dgm:cxn modelId="{0C1C5B09-0EB5-4BF8-A1E4-2CE5EED6767D}" type="presOf" srcId="{BEAF86AD-B681-4DB5-925F-BDF7CE301C3B}" destId="{74C868E3-45B1-4A50-AA5D-B2EAD63F2E11}" srcOrd="0" destOrd="0" presId="urn:microsoft.com/office/officeart/2005/8/layout/StepDownProcess"/>
    <dgm:cxn modelId="{E2F4F91C-1641-4C34-88FA-FD6760551411}" type="presOf" srcId="{6845A1BA-AE74-4597-818C-B815BF2097A6}" destId="{13C6601A-1DE2-406C-885E-461F393D8B5E}" srcOrd="0" destOrd="0" presId="urn:microsoft.com/office/officeart/2005/8/layout/StepDownProcess"/>
    <dgm:cxn modelId="{00804B1F-0682-4243-A8CD-0565A4348F25}" srcId="{BEAF86AD-B681-4DB5-925F-BDF7CE301C3B}" destId="{53D517E8-8A95-4159-B152-41B06B029E71}" srcOrd="0" destOrd="0" parTransId="{AA33384A-CE3E-41FE-B80E-8DDE78AF886B}" sibTransId="{58759C2B-E658-475E-B7BE-A6216EEBC1FE}"/>
    <dgm:cxn modelId="{9A98DB1F-B9A7-4D43-9305-699E208D3CC1}" type="presOf" srcId="{3891BBD9-A6E0-4E47-B635-05AB1DB6FC9D}" destId="{D5A7EB12-D163-45E0-8C1E-78A70BB47E64}" srcOrd="0" destOrd="0" presId="urn:microsoft.com/office/officeart/2005/8/layout/StepDownProcess"/>
    <dgm:cxn modelId="{6086C738-96C5-4912-950D-B27942FC8DBD}" srcId="{4D00FDAA-E70C-4F90-9E0D-D27DC3F8E8EE}" destId="{8E40E470-EBFD-4513-896B-26F599B0D18B}" srcOrd="0" destOrd="0" parTransId="{5BE79157-D7F6-4C76-9B3E-28B626399D70}" sibTransId="{B0B20F4C-5ED0-4B4D-8491-4BBE2FCA9FB9}"/>
    <dgm:cxn modelId="{3CD26D3F-9C4B-4C79-A0BA-C2A451D2414D}" srcId="{3891BBD9-A6E0-4E47-B635-05AB1DB6FC9D}" destId="{6845A1BA-AE74-4597-818C-B815BF2097A6}" srcOrd="0" destOrd="0" parTransId="{676F1FA6-6823-409E-A9D4-494EBAC8C119}" sibTransId="{364B6344-FA92-47BB-AF82-BDC4CD894666}"/>
    <dgm:cxn modelId="{84DC8D45-DA08-4A66-8A0D-6FBD82CFEFAB}" type="presOf" srcId="{2519E54A-0D34-47F7-A730-8779F328CD80}" destId="{D8994483-71C5-4013-ACFD-FB9A5A5DF17D}" srcOrd="0" destOrd="0" presId="urn:microsoft.com/office/officeart/2005/8/layout/StepDownProcess"/>
    <dgm:cxn modelId="{934C9B45-2E49-46A4-AB47-5208D83D5E6F}" srcId="{2AC37951-FBB1-424F-AAC1-670355A540DD}" destId="{7396DA3C-A262-4927-936F-175F6D93E34F}" srcOrd="0" destOrd="0" parTransId="{3A6E76DB-D629-44AA-A284-5AA265EF4ABB}" sibTransId="{65103C4D-F73C-4AB9-BCE5-50948A80DCEC}"/>
    <dgm:cxn modelId="{92B46268-7198-4B36-B610-9229DBA588B5}" srcId="{F735B6D4-A2F0-4B43-98CD-E27336D7A8F3}" destId="{2AC37951-FBB1-424F-AAC1-670355A540DD}" srcOrd="0" destOrd="0" parTransId="{2F137B74-1621-4E3F-8ED4-DF041E8E2A6C}" sibTransId="{164FED4A-0FFC-40A3-8F50-61FA0347E20E}"/>
    <dgm:cxn modelId="{7FF2B76A-244C-44C8-835E-8051ED8D6AD8}" srcId="{F735B6D4-A2F0-4B43-98CD-E27336D7A8F3}" destId="{4D00FDAA-E70C-4F90-9E0D-D27DC3F8E8EE}" srcOrd="2" destOrd="0" parTransId="{E3B5FE75-1ACE-486E-837A-2981F67802EB}" sibTransId="{1F7C7D02-D6F2-4515-B5C1-D700497B16C6}"/>
    <dgm:cxn modelId="{075B844E-6428-42EA-B2B7-3B6B7093CB44}" srcId="{2519E54A-0D34-47F7-A730-8779F328CD80}" destId="{F623952D-B8A7-49E2-BEDB-924016C10D9F}" srcOrd="0" destOrd="0" parTransId="{3BFF5664-7FAB-462A-B53E-F3E36432A0AC}" sibTransId="{82E62CC4-CC08-4D3E-94E3-3097C5C8713E}"/>
    <dgm:cxn modelId="{49863F72-55DE-41B7-BD2D-F8A5630F885E}" type="presOf" srcId="{8E40E470-EBFD-4513-896B-26F599B0D18B}" destId="{0B09A344-B785-440A-B3AD-6344CE193A13}" srcOrd="0" destOrd="0" presId="urn:microsoft.com/office/officeart/2005/8/layout/StepDownProcess"/>
    <dgm:cxn modelId="{4236607A-C5F8-484E-87B7-00DB37BC0EB7}" type="presOf" srcId="{F623952D-B8A7-49E2-BEDB-924016C10D9F}" destId="{B4AADDA9-6E69-447F-BBCF-ED19B12B92E0}" srcOrd="0" destOrd="0" presId="urn:microsoft.com/office/officeart/2005/8/layout/StepDownProcess"/>
    <dgm:cxn modelId="{FDAD589F-D38A-4AD4-B861-730F8201553D}" srcId="{F735B6D4-A2F0-4B43-98CD-E27336D7A8F3}" destId="{2519E54A-0D34-47F7-A730-8779F328CD80}" srcOrd="1" destOrd="0" parTransId="{06A7928B-0E32-488C-945A-613EEBDB9213}" sibTransId="{78C7F304-A2B8-4A62-B6F1-5B86011DEFAD}"/>
    <dgm:cxn modelId="{E3C27BA8-8650-4C6C-B7EB-C0C9CE2E4DE9}" srcId="{F735B6D4-A2F0-4B43-98CD-E27336D7A8F3}" destId="{BEAF86AD-B681-4DB5-925F-BDF7CE301C3B}" srcOrd="4" destOrd="0" parTransId="{A9668C42-C7F1-488A-A082-8ED537E0090F}" sibTransId="{F5E28BC5-81A5-4BE2-A2D8-35704BEFA683}"/>
    <dgm:cxn modelId="{943216AC-5E30-4285-8AA8-DD87A6057957}" type="presOf" srcId="{53D517E8-8A95-4159-B152-41B06B029E71}" destId="{67B3FD7C-135D-4B6A-A53A-7BFFE7E9A358}" srcOrd="0" destOrd="0" presId="urn:microsoft.com/office/officeart/2005/8/layout/StepDownProcess"/>
    <dgm:cxn modelId="{2A4153D1-8348-460C-986B-453807B20C82}" type="presOf" srcId="{7396DA3C-A262-4927-936F-175F6D93E34F}" destId="{084119B3-AEFA-44E5-A27F-1E44CF1A7906}" srcOrd="0" destOrd="0" presId="urn:microsoft.com/office/officeart/2005/8/layout/StepDownProcess"/>
    <dgm:cxn modelId="{D17203D4-B5EF-45E1-BB4C-9634CA875897}" srcId="{F735B6D4-A2F0-4B43-98CD-E27336D7A8F3}" destId="{3891BBD9-A6E0-4E47-B635-05AB1DB6FC9D}" srcOrd="3" destOrd="0" parTransId="{CA46007F-5639-4D5C-B103-134123E4C037}" sibTransId="{5FA4164B-877D-4981-9701-B69108BFB637}"/>
    <dgm:cxn modelId="{586A2BD4-D216-41BD-A484-3C8886C6C116}" type="presOf" srcId="{2AC37951-FBB1-424F-AAC1-670355A540DD}" destId="{AFC80FAB-D8AA-4947-88FA-69B7C635EC5E}" srcOrd="0" destOrd="0" presId="urn:microsoft.com/office/officeart/2005/8/layout/StepDownProcess"/>
    <dgm:cxn modelId="{CF271AFE-2B76-41EB-9FAF-F424E57033D0}" type="presOf" srcId="{4D00FDAA-E70C-4F90-9E0D-D27DC3F8E8EE}" destId="{DD2775B1-0561-4E04-9172-B57466BDA044}" srcOrd="0" destOrd="0" presId="urn:microsoft.com/office/officeart/2005/8/layout/StepDownProcess"/>
    <dgm:cxn modelId="{C78A2C1A-F976-4A69-A7CA-65764B43EBA6}" type="presParOf" srcId="{1B566809-9EBC-4475-906D-71EBFF743E31}" destId="{09F60502-424E-45A1-B8C5-42AE97C0B20F}" srcOrd="0" destOrd="0" presId="urn:microsoft.com/office/officeart/2005/8/layout/StepDownProcess"/>
    <dgm:cxn modelId="{2609EE63-ED0E-4342-B521-967BC345A948}" type="presParOf" srcId="{09F60502-424E-45A1-B8C5-42AE97C0B20F}" destId="{4D713EF0-3B18-460E-95A1-4E7F43591BFA}" srcOrd="0" destOrd="0" presId="urn:microsoft.com/office/officeart/2005/8/layout/StepDownProcess"/>
    <dgm:cxn modelId="{3D986E83-46E6-4E40-B066-B23F61C8BAA2}" type="presParOf" srcId="{09F60502-424E-45A1-B8C5-42AE97C0B20F}" destId="{AFC80FAB-D8AA-4947-88FA-69B7C635EC5E}" srcOrd="1" destOrd="0" presId="urn:microsoft.com/office/officeart/2005/8/layout/StepDownProcess"/>
    <dgm:cxn modelId="{4E2CDF5E-10FA-4E8A-86AA-A203A84334D8}" type="presParOf" srcId="{09F60502-424E-45A1-B8C5-42AE97C0B20F}" destId="{084119B3-AEFA-44E5-A27F-1E44CF1A7906}" srcOrd="2" destOrd="0" presId="urn:microsoft.com/office/officeart/2005/8/layout/StepDownProcess"/>
    <dgm:cxn modelId="{6FC1F2B4-88F9-45E0-A3E7-BE9154519B54}" type="presParOf" srcId="{1B566809-9EBC-4475-906D-71EBFF743E31}" destId="{89FDE0B3-610A-4165-9C25-AD5E605EB742}" srcOrd="1" destOrd="0" presId="urn:microsoft.com/office/officeart/2005/8/layout/StepDownProcess"/>
    <dgm:cxn modelId="{9BF92F4C-7EC9-45AA-B334-B681E2208300}" type="presParOf" srcId="{1B566809-9EBC-4475-906D-71EBFF743E31}" destId="{784EC977-019A-4103-8118-22EC149F0E48}" srcOrd="2" destOrd="0" presId="urn:microsoft.com/office/officeart/2005/8/layout/StepDownProcess"/>
    <dgm:cxn modelId="{A02804F8-0DDC-4A1E-9ECE-1BC8FF53FE0D}" type="presParOf" srcId="{784EC977-019A-4103-8118-22EC149F0E48}" destId="{94158FBD-676B-4571-AB27-C4021CF78312}" srcOrd="0" destOrd="0" presId="urn:microsoft.com/office/officeart/2005/8/layout/StepDownProcess"/>
    <dgm:cxn modelId="{0FEA487A-DEA7-43C0-9D5A-E48065FDAE99}" type="presParOf" srcId="{784EC977-019A-4103-8118-22EC149F0E48}" destId="{D8994483-71C5-4013-ACFD-FB9A5A5DF17D}" srcOrd="1" destOrd="0" presId="urn:microsoft.com/office/officeart/2005/8/layout/StepDownProcess"/>
    <dgm:cxn modelId="{DAB37650-8971-4760-A342-7549443D473B}" type="presParOf" srcId="{784EC977-019A-4103-8118-22EC149F0E48}" destId="{B4AADDA9-6E69-447F-BBCF-ED19B12B92E0}" srcOrd="2" destOrd="0" presId="urn:microsoft.com/office/officeart/2005/8/layout/StepDownProcess"/>
    <dgm:cxn modelId="{C43482D7-05C6-4308-806B-27C6FCACD392}" type="presParOf" srcId="{1B566809-9EBC-4475-906D-71EBFF743E31}" destId="{1A5D3C64-C424-4D07-9636-8BD6B064CD80}" srcOrd="3" destOrd="0" presId="urn:microsoft.com/office/officeart/2005/8/layout/StepDownProcess"/>
    <dgm:cxn modelId="{30BBAAFB-B904-412F-82E4-5E708CF1647D}" type="presParOf" srcId="{1B566809-9EBC-4475-906D-71EBFF743E31}" destId="{E4BDEB96-F881-4EA0-80CD-EB98E6540A38}" srcOrd="4" destOrd="0" presId="urn:microsoft.com/office/officeart/2005/8/layout/StepDownProcess"/>
    <dgm:cxn modelId="{AE4B7D6F-C99C-400A-9934-73BC581E06D2}" type="presParOf" srcId="{E4BDEB96-F881-4EA0-80CD-EB98E6540A38}" destId="{00C3ECC1-7F13-4387-8678-BFA489D475A7}" srcOrd="0" destOrd="0" presId="urn:microsoft.com/office/officeart/2005/8/layout/StepDownProcess"/>
    <dgm:cxn modelId="{4E623A74-E273-40C4-80D2-DBC5D64F08A1}" type="presParOf" srcId="{E4BDEB96-F881-4EA0-80CD-EB98E6540A38}" destId="{DD2775B1-0561-4E04-9172-B57466BDA044}" srcOrd="1" destOrd="0" presId="urn:microsoft.com/office/officeart/2005/8/layout/StepDownProcess"/>
    <dgm:cxn modelId="{1DB37E2D-A9B7-460A-B42D-FE65F08D5233}" type="presParOf" srcId="{E4BDEB96-F881-4EA0-80CD-EB98E6540A38}" destId="{0B09A344-B785-440A-B3AD-6344CE193A13}" srcOrd="2" destOrd="0" presId="urn:microsoft.com/office/officeart/2005/8/layout/StepDownProcess"/>
    <dgm:cxn modelId="{C0826703-8504-4A18-B5EA-5D8DE29D8C48}" type="presParOf" srcId="{1B566809-9EBC-4475-906D-71EBFF743E31}" destId="{3A3A4947-E1FA-43B4-9846-F86BE9F77FAE}" srcOrd="5" destOrd="0" presId="urn:microsoft.com/office/officeart/2005/8/layout/StepDownProcess"/>
    <dgm:cxn modelId="{3DB1BAD9-A687-4455-AFA1-96283D96EF0D}" type="presParOf" srcId="{1B566809-9EBC-4475-906D-71EBFF743E31}" destId="{4E4CBA80-1080-46B1-8D37-DAC665EF4F53}" srcOrd="6" destOrd="0" presId="urn:microsoft.com/office/officeart/2005/8/layout/StepDownProcess"/>
    <dgm:cxn modelId="{F615F305-DA6A-491B-924C-71CF8F31D5E3}" type="presParOf" srcId="{4E4CBA80-1080-46B1-8D37-DAC665EF4F53}" destId="{04A091CA-1C01-492E-9C5D-FAA9B5FC1483}" srcOrd="0" destOrd="0" presId="urn:microsoft.com/office/officeart/2005/8/layout/StepDownProcess"/>
    <dgm:cxn modelId="{8C5E99CD-84FF-404D-9BEC-52BE8ED68586}" type="presParOf" srcId="{4E4CBA80-1080-46B1-8D37-DAC665EF4F53}" destId="{D5A7EB12-D163-45E0-8C1E-78A70BB47E64}" srcOrd="1" destOrd="0" presId="urn:microsoft.com/office/officeart/2005/8/layout/StepDownProcess"/>
    <dgm:cxn modelId="{1A2C2443-55B1-4ED4-A034-344D87C460EC}" type="presParOf" srcId="{4E4CBA80-1080-46B1-8D37-DAC665EF4F53}" destId="{13C6601A-1DE2-406C-885E-461F393D8B5E}" srcOrd="2" destOrd="0" presId="urn:microsoft.com/office/officeart/2005/8/layout/StepDownProcess"/>
    <dgm:cxn modelId="{223C5036-61FC-4C97-978E-D31D597DA3FA}" type="presParOf" srcId="{1B566809-9EBC-4475-906D-71EBFF743E31}" destId="{69498037-0E31-4CFC-BF3A-E8F12C809200}" srcOrd="7" destOrd="0" presId="urn:microsoft.com/office/officeart/2005/8/layout/StepDownProcess"/>
    <dgm:cxn modelId="{DD814B0A-14FF-452D-8224-F640CC98106D}" type="presParOf" srcId="{1B566809-9EBC-4475-906D-71EBFF743E31}" destId="{6A0FBA05-C0BA-4512-94C4-9C3C673A12F9}" srcOrd="8" destOrd="0" presId="urn:microsoft.com/office/officeart/2005/8/layout/StepDownProcess"/>
    <dgm:cxn modelId="{54232205-850D-4D4F-A0C2-1725DA5491FD}" type="presParOf" srcId="{6A0FBA05-C0BA-4512-94C4-9C3C673A12F9}" destId="{74C868E3-45B1-4A50-AA5D-B2EAD63F2E11}" srcOrd="0" destOrd="0" presId="urn:microsoft.com/office/officeart/2005/8/layout/StepDownProcess"/>
    <dgm:cxn modelId="{F1C01E85-1B4E-4FEE-9A76-4C4244C31A20}" type="presParOf" srcId="{6A0FBA05-C0BA-4512-94C4-9C3C673A12F9}" destId="{67B3FD7C-135D-4B6A-A53A-7BFFE7E9A35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35B6D4-A2F0-4B43-98CD-E27336D7A8F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AC37951-FBB1-424F-AAC1-670355A540DD}">
      <dgm:prSet phldrT="[Texto]"/>
      <dgm:spPr/>
      <dgm:t>
        <a:bodyPr/>
        <a:lstStyle/>
        <a:p>
          <a:r>
            <a:rPr lang="en-US" dirty="0"/>
            <a:t>Identify the Input Size</a:t>
          </a:r>
          <a:endParaRPr lang="es-CO" dirty="0"/>
        </a:p>
      </dgm:t>
    </dgm:pt>
    <dgm:pt modelId="{2F137B74-1621-4E3F-8ED4-DF041E8E2A6C}" type="parTrans" cxnId="{92B46268-7198-4B36-B610-9229DBA588B5}">
      <dgm:prSet/>
      <dgm:spPr/>
      <dgm:t>
        <a:bodyPr/>
        <a:lstStyle/>
        <a:p>
          <a:endParaRPr lang="es-CO"/>
        </a:p>
      </dgm:t>
    </dgm:pt>
    <dgm:pt modelId="{164FED4A-0FFC-40A3-8F50-61FA0347E20E}" type="sibTrans" cxnId="{92B46268-7198-4B36-B610-9229DBA588B5}">
      <dgm:prSet/>
      <dgm:spPr/>
      <dgm:t>
        <a:bodyPr/>
        <a:lstStyle/>
        <a:p>
          <a:endParaRPr lang="es-CO"/>
        </a:p>
      </dgm:t>
    </dgm:pt>
    <dgm:pt modelId="{7396DA3C-A262-4927-936F-175F6D93E34F}">
      <dgm:prSet phldrT="[Texto]"/>
      <dgm:spPr/>
      <dgm:t>
        <a:bodyPr/>
        <a:lstStyle/>
        <a:p>
          <a:pPr>
            <a:buNone/>
          </a:pPr>
          <a:r>
            <a:rPr lang="en-US" dirty="0"/>
            <a:t>The size of an array, the number of elements in a list, the length of a string, </a:t>
          </a:r>
          <a:r>
            <a:rPr lang="en-US" dirty="0" err="1"/>
            <a:t>etc</a:t>
          </a:r>
          <a:endParaRPr lang="es-CO" dirty="0"/>
        </a:p>
      </dgm:t>
    </dgm:pt>
    <dgm:pt modelId="{3A6E76DB-D629-44AA-A284-5AA265EF4ABB}" type="parTrans" cxnId="{934C9B45-2E49-46A4-AB47-5208D83D5E6F}">
      <dgm:prSet/>
      <dgm:spPr/>
      <dgm:t>
        <a:bodyPr/>
        <a:lstStyle/>
        <a:p>
          <a:endParaRPr lang="es-CO"/>
        </a:p>
      </dgm:t>
    </dgm:pt>
    <dgm:pt modelId="{65103C4D-F73C-4AB9-BCE5-50948A80DCEC}" type="sibTrans" cxnId="{934C9B45-2E49-46A4-AB47-5208D83D5E6F}">
      <dgm:prSet/>
      <dgm:spPr/>
      <dgm:t>
        <a:bodyPr/>
        <a:lstStyle/>
        <a:p>
          <a:endParaRPr lang="es-CO"/>
        </a:p>
      </dgm:t>
    </dgm:pt>
    <dgm:pt modelId="{2519E54A-0D34-47F7-A730-8779F328CD80}">
      <dgm:prSet phldrT="[Texto]"/>
      <dgm:spPr/>
      <dgm:t>
        <a:bodyPr/>
        <a:lstStyle/>
        <a:p>
          <a:r>
            <a:rPr lang="en-US" dirty="0"/>
            <a:t>Identify Basic Operations</a:t>
          </a:r>
          <a:endParaRPr lang="es-CO" dirty="0"/>
        </a:p>
      </dgm:t>
    </dgm:pt>
    <dgm:pt modelId="{06A7928B-0E32-488C-945A-613EEBDB9213}" type="parTrans" cxnId="{FDAD589F-D38A-4AD4-B861-730F8201553D}">
      <dgm:prSet/>
      <dgm:spPr/>
      <dgm:t>
        <a:bodyPr/>
        <a:lstStyle/>
        <a:p>
          <a:endParaRPr lang="es-CO"/>
        </a:p>
      </dgm:t>
    </dgm:pt>
    <dgm:pt modelId="{78C7F304-A2B8-4A62-B6F1-5B86011DEFAD}" type="sibTrans" cxnId="{FDAD589F-D38A-4AD4-B861-730F8201553D}">
      <dgm:prSet/>
      <dgm:spPr/>
      <dgm:t>
        <a:bodyPr/>
        <a:lstStyle/>
        <a:p>
          <a:endParaRPr lang="es-CO"/>
        </a:p>
      </dgm:t>
    </dgm:pt>
    <dgm:pt modelId="{F623952D-B8A7-49E2-BEDB-924016C10D9F}">
      <dgm:prSet phldrT="[Texto]"/>
      <dgm:spPr/>
      <dgm:t>
        <a:bodyPr/>
        <a:lstStyle/>
        <a:p>
          <a:pPr>
            <a:buNone/>
          </a:pPr>
          <a:r>
            <a:rPr lang="en-US" dirty="0"/>
            <a:t>Arithmetic operations, comparisons, and </a:t>
          </a:r>
          <a:r>
            <a:rPr lang="en-US" dirty="0" err="1"/>
            <a:t>iter</a:t>
          </a:r>
          <a:r>
            <a:rPr lang="en-US" dirty="0"/>
            <a:t> (loops)</a:t>
          </a:r>
          <a:endParaRPr lang="es-CO" dirty="0"/>
        </a:p>
      </dgm:t>
    </dgm:pt>
    <dgm:pt modelId="{3BFF5664-7FAB-462A-B53E-F3E36432A0AC}" type="parTrans" cxnId="{075B844E-6428-42EA-B2B7-3B6B7093CB44}">
      <dgm:prSet/>
      <dgm:spPr/>
      <dgm:t>
        <a:bodyPr/>
        <a:lstStyle/>
        <a:p>
          <a:endParaRPr lang="es-CO"/>
        </a:p>
      </dgm:t>
    </dgm:pt>
    <dgm:pt modelId="{82E62CC4-CC08-4D3E-94E3-3097C5C8713E}" type="sibTrans" cxnId="{075B844E-6428-42EA-B2B7-3B6B7093CB44}">
      <dgm:prSet/>
      <dgm:spPr/>
      <dgm:t>
        <a:bodyPr/>
        <a:lstStyle/>
        <a:p>
          <a:endParaRPr lang="es-CO"/>
        </a:p>
      </dgm:t>
    </dgm:pt>
    <dgm:pt modelId="{4D00FDAA-E70C-4F90-9E0D-D27DC3F8E8EE}">
      <dgm:prSet phldrT="[Texto]"/>
      <dgm:spPr/>
      <dgm:t>
        <a:bodyPr/>
        <a:lstStyle/>
        <a:p>
          <a:r>
            <a:rPr lang="en-US" dirty="0"/>
            <a:t>Analyze Loops</a:t>
          </a:r>
          <a:endParaRPr lang="es-CO" dirty="0"/>
        </a:p>
      </dgm:t>
    </dgm:pt>
    <dgm:pt modelId="{E3B5FE75-1ACE-486E-837A-2981F67802EB}" type="parTrans" cxnId="{7FF2B76A-244C-44C8-835E-8051ED8D6AD8}">
      <dgm:prSet/>
      <dgm:spPr/>
      <dgm:t>
        <a:bodyPr/>
        <a:lstStyle/>
        <a:p>
          <a:endParaRPr lang="es-CO"/>
        </a:p>
      </dgm:t>
    </dgm:pt>
    <dgm:pt modelId="{1F7C7D02-D6F2-4515-B5C1-D700497B16C6}" type="sibTrans" cxnId="{7FF2B76A-244C-44C8-835E-8051ED8D6AD8}">
      <dgm:prSet/>
      <dgm:spPr/>
      <dgm:t>
        <a:bodyPr/>
        <a:lstStyle/>
        <a:p>
          <a:endParaRPr lang="es-CO"/>
        </a:p>
      </dgm:t>
    </dgm:pt>
    <dgm:pt modelId="{8E40E470-EBFD-4513-896B-26F599B0D18B}">
      <dgm:prSet phldrT="[Texto]"/>
      <dgm:spPr/>
      <dgm:t>
        <a:bodyPr/>
        <a:lstStyle/>
        <a:p>
          <a:pPr>
            <a:buNone/>
          </a:pPr>
          <a:r>
            <a:rPr lang="es-ES" dirty="0"/>
            <a:t># </a:t>
          </a:r>
          <a:r>
            <a:rPr lang="es-ES" dirty="0" err="1"/>
            <a:t>iter</a:t>
          </a:r>
          <a:r>
            <a:rPr lang="es-ES" dirty="0"/>
            <a:t> </a:t>
          </a:r>
          <a:r>
            <a:rPr lang="es-ES" dirty="0" err="1"/>
            <a:t>according</a:t>
          </a:r>
          <a:r>
            <a:rPr lang="es-ES" dirty="0"/>
            <a:t> </a:t>
          </a:r>
          <a:r>
            <a:rPr lang="es-ES" dirty="0" err="1"/>
            <a:t>to</a:t>
          </a:r>
          <a:r>
            <a:rPr lang="es-ES" dirty="0"/>
            <a:t> </a:t>
          </a:r>
          <a:r>
            <a:rPr lang="es-ES" dirty="0" err="1"/>
            <a:t>the</a:t>
          </a:r>
          <a:r>
            <a:rPr lang="es-ES" dirty="0"/>
            <a:t> input </a:t>
          </a:r>
          <a:r>
            <a:rPr lang="es-ES" dirty="0" err="1"/>
            <a:t>size</a:t>
          </a:r>
          <a:r>
            <a:rPr lang="es-ES" dirty="0"/>
            <a:t>, </a:t>
          </a:r>
          <a:r>
            <a:rPr lang="es-ES" dirty="0" err="1"/>
            <a:t>nested</a:t>
          </a:r>
          <a:r>
            <a:rPr lang="es-ES" dirty="0"/>
            <a:t> </a:t>
          </a:r>
          <a:r>
            <a:rPr lang="es-ES" dirty="0" err="1"/>
            <a:t>loops</a:t>
          </a:r>
          <a:endParaRPr lang="es-CO" dirty="0"/>
        </a:p>
      </dgm:t>
    </dgm:pt>
    <dgm:pt modelId="{5BE79157-D7F6-4C76-9B3E-28B626399D70}" type="parTrans" cxnId="{6086C738-96C5-4912-950D-B27942FC8DBD}">
      <dgm:prSet/>
      <dgm:spPr/>
      <dgm:t>
        <a:bodyPr/>
        <a:lstStyle/>
        <a:p>
          <a:endParaRPr lang="es-CO"/>
        </a:p>
      </dgm:t>
    </dgm:pt>
    <dgm:pt modelId="{B0B20F4C-5ED0-4B4D-8491-4BBE2FCA9FB9}" type="sibTrans" cxnId="{6086C738-96C5-4912-950D-B27942FC8DBD}">
      <dgm:prSet/>
      <dgm:spPr/>
      <dgm:t>
        <a:bodyPr/>
        <a:lstStyle/>
        <a:p>
          <a:endParaRPr lang="es-CO"/>
        </a:p>
      </dgm:t>
    </dgm:pt>
    <dgm:pt modelId="{3891BBD9-A6E0-4E47-B635-05AB1DB6FC9D}">
      <dgm:prSet/>
      <dgm:spPr/>
      <dgm:t>
        <a:bodyPr/>
        <a:lstStyle/>
        <a:p>
          <a:r>
            <a:rPr lang="en-US" dirty="0"/>
            <a:t>Calculate Total Operations</a:t>
          </a:r>
          <a:endParaRPr lang="es-CO" dirty="0"/>
        </a:p>
      </dgm:t>
    </dgm:pt>
    <dgm:pt modelId="{CA46007F-5639-4D5C-B103-134123E4C037}" type="parTrans" cxnId="{D17203D4-B5EF-45E1-BB4C-9634CA875897}">
      <dgm:prSet/>
      <dgm:spPr/>
      <dgm:t>
        <a:bodyPr/>
        <a:lstStyle/>
        <a:p>
          <a:endParaRPr lang="es-CO"/>
        </a:p>
      </dgm:t>
    </dgm:pt>
    <dgm:pt modelId="{5FA4164B-877D-4981-9701-B69108BFB637}" type="sibTrans" cxnId="{D17203D4-B5EF-45E1-BB4C-9634CA875897}">
      <dgm:prSet/>
      <dgm:spPr/>
      <dgm:t>
        <a:bodyPr/>
        <a:lstStyle/>
        <a:p>
          <a:endParaRPr lang="es-CO"/>
        </a:p>
      </dgm:t>
    </dgm:pt>
    <dgm:pt modelId="{6845A1BA-AE74-4597-818C-B815BF2097A6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CO">
              <a:noFill/>
            </a:rPr>
            <a:t> </a:t>
          </a:r>
        </a:p>
      </dgm:t>
    </dgm:pt>
    <dgm:pt modelId="{676F1FA6-6823-409E-A9D4-494EBAC8C119}" type="parTrans" cxnId="{3CD26D3F-9C4B-4C79-A0BA-C2A451D2414D}">
      <dgm:prSet/>
      <dgm:spPr/>
      <dgm:t>
        <a:bodyPr/>
        <a:lstStyle/>
        <a:p>
          <a:endParaRPr lang="es-CO"/>
        </a:p>
      </dgm:t>
    </dgm:pt>
    <dgm:pt modelId="{364B6344-FA92-47BB-AF82-BDC4CD894666}" type="sibTrans" cxnId="{3CD26D3F-9C4B-4C79-A0BA-C2A451D2414D}">
      <dgm:prSet/>
      <dgm:spPr/>
      <dgm:t>
        <a:bodyPr/>
        <a:lstStyle/>
        <a:p>
          <a:endParaRPr lang="es-CO"/>
        </a:p>
      </dgm:t>
    </dgm:pt>
    <dgm:pt modelId="{BEAF86AD-B681-4DB5-925F-BDF7CE301C3B}">
      <dgm:prSet/>
      <dgm:spPr/>
      <dgm:t>
        <a:bodyPr/>
        <a:lstStyle/>
        <a:p>
          <a:r>
            <a:rPr lang="en-US" dirty="0"/>
            <a:t>Express Temporal Complexity</a:t>
          </a:r>
          <a:endParaRPr lang="es-CO" dirty="0"/>
        </a:p>
      </dgm:t>
    </dgm:pt>
    <dgm:pt modelId="{A9668C42-C7F1-488A-A082-8ED537E0090F}" type="parTrans" cxnId="{E3C27BA8-8650-4C6C-B7EB-C0C9CE2E4DE9}">
      <dgm:prSet/>
      <dgm:spPr/>
      <dgm:t>
        <a:bodyPr/>
        <a:lstStyle/>
        <a:p>
          <a:endParaRPr lang="es-CO"/>
        </a:p>
      </dgm:t>
    </dgm:pt>
    <dgm:pt modelId="{F5E28BC5-81A5-4BE2-A2D8-35704BEFA683}" type="sibTrans" cxnId="{E3C27BA8-8650-4C6C-B7EB-C0C9CE2E4DE9}">
      <dgm:prSet/>
      <dgm:spPr/>
      <dgm:t>
        <a:bodyPr/>
        <a:lstStyle/>
        <a:p>
          <a:endParaRPr lang="es-CO"/>
        </a:p>
      </dgm:t>
    </dgm:pt>
    <dgm:pt modelId="{53D517E8-8A95-4159-B152-41B06B029E71}">
      <dgm:prSet/>
      <dgm:spPr>
        <a:blipFill>
          <a:blip xmlns:r="http://schemas.openxmlformats.org/officeDocument/2006/relationships" r:embed="rId2"/>
          <a:stretch>
            <a:fillRect l="-2229" t="-820" b="-4098"/>
          </a:stretch>
        </a:blipFill>
      </dgm:spPr>
      <dgm:t>
        <a:bodyPr/>
        <a:lstStyle/>
        <a:p>
          <a:r>
            <a:rPr lang="es-CO">
              <a:noFill/>
            </a:rPr>
            <a:t> </a:t>
          </a:r>
        </a:p>
      </dgm:t>
    </dgm:pt>
    <dgm:pt modelId="{AA33384A-CE3E-41FE-B80E-8DDE78AF886B}" type="parTrans" cxnId="{00804B1F-0682-4243-A8CD-0565A4348F25}">
      <dgm:prSet/>
      <dgm:spPr/>
      <dgm:t>
        <a:bodyPr/>
        <a:lstStyle/>
        <a:p>
          <a:endParaRPr lang="es-CO"/>
        </a:p>
      </dgm:t>
    </dgm:pt>
    <dgm:pt modelId="{58759C2B-E658-475E-B7BE-A6216EEBC1FE}" type="sibTrans" cxnId="{00804B1F-0682-4243-A8CD-0565A4348F25}">
      <dgm:prSet/>
      <dgm:spPr/>
      <dgm:t>
        <a:bodyPr/>
        <a:lstStyle/>
        <a:p>
          <a:endParaRPr lang="es-CO"/>
        </a:p>
      </dgm:t>
    </dgm:pt>
    <dgm:pt modelId="{1B566809-9EBC-4475-906D-71EBFF743E31}" type="pres">
      <dgm:prSet presAssocID="{F735B6D4-A2F0-4B43-98CD-E27336D7A8F3}" presName="rootnode" presStyleCnt="0">
        <dgm:presLayoutVars>
          <dgm:chMax/>
          <dgm:chPref/>
          <dgm:dir/>
          <dgm:animLvl val="lvl"/>
        </dgm:presLayoutVars>
      </dgm:prSet>
      <dgm:spPr/>
    </dgm:pt>
    <dgm:pt modelId="{09F60502-424E-45A1-B8C5-42AE97C0B20F}" type="pres">
      <dgm:prSet presAssocID="{2AC37951-FBB1-424F-AAC1-670355A540DD}" presName="composite" presStyleCnt="0"/>
      <dgm:spPr/>
    </dgm:pt>
    <dgm:pt modelId="{4D713EF0-3B18-460E-95A1-4E7F43591BFA}" type="pres">
      <dgm:prSet presAssocID="{2AC37951-FBB1-424F-AAC1-670355A540DD}" presName="bentUpArrow1" presStyleLbl="alignImgPlace1" presStyleIdx="0" presStyleCnt="4"/>
      <dgm:spPr/>
    </dgm:pt>
    <dgm:pt modelId="{AFC80FAB-D8AA-4947-88FA-69B7C635EC5E}" type="pres">
      <dgm:prSet presAssocID="{2AC37951-FBB1-424F-AAC1-670355A540DD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084119B3-AEFA-44E5-A27F-1E44CF1A7906}" type="pres">
      <dgm:prSet presAssocID="{2AC37951-FBB1-424F-AAC1-670355A540DD}" presName="ChildText" presStyleLbl="revTx" presStyleIdx="0" presStyleCnt="5" custScaleX="181916" custLinFactNeighborX="39131">
        <dgm:presLayoutVars>
          <dgm:chMax val="0"/>
          <dgm:chPref val="0"/>
          <dgm:bulletEnabled val="1"/>
        </dgm:presLayoutVars>
      </dgm:prSet>
      <dgm:spPr/>
    </dgm:pt>
    <dgm:pt modelId="{89FDE0B3-610A-4165-9C25-AD5E605EB742}" type="pres">
      <dgm:prSet presAssocID="{164FED4A-0FFC-40A3-8F50-61FA0347E20E}" presName="sibTrans" presStyleCnt="0"/>
      <dgm:spPr/>
    </dgm:pt>
    <dgm:pt modelId="{784EC977-019A-4103-8118-22EC149F0E48}" type="pres">
      <dgm:prSet presAssocID="{2519E54A-0D34-47F7-A730-8779F328CD80}" presName="composite" presStyleCnt="0"/>
      <dgm:spPr/>
    </dgm:pt>
    <dgm:pt modelId="{94158FBD-676B-4571-AB27-C4021CF78312}" type="pres">
      <dgm:prSet presAssocID="{2519E54A-0D34-47F7-A730-8779F328CD80}" presName="bentUpArrow1" presStyleLbl="alignImgPlace1" presStyleIdx="1" presStyleCnt="4"/>
      <dgm:spPr/>
    </dgm:pt>
    <dgm:pt modelId="{D8994483-71C5-4013-ACFD-FB9A5A5DF17D}" type="pres">
      <dgm:prSet presAssocID="{2519E54A-0D34-47F7-A730-8779F328CD80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B4AADDA9-6E69-447F-BBCF-ED19B12B92E0}" type="pres">
      <dgm:prSet presAssocID="{2519E54A-0D34-47F7-A730-8779F328CD80}" presName="ChildText" presStyleLbl="revTx" presStyleIdx="1" presStyleCnt="5" custScaleX="205697" custLinFactNeighborX="53114">
        <dgm:presLayoutVars>
          <dgm:chMax val="0"/>
          <dgm:chPref val="0"/>
          <dgm:bulletEnabled val="1"/>
        </dgm:presLayoutVars>
      </dgm:prSet>
      <dgm:spPr/>
    </dgm:pt>
    <dgm:pt modelId="{1A5D3C64-C424-4D07-9636-8BD6B064CD80}" type="pres">
      <dgm:prSet presAssocID="{78C7F304-A2B8-4A62-B6F1-5B86011DEFAD}" presName="sibTrans" presStyleCnt="0"/>
      <dgm:spPr/>
    </dgm:pt>
    <dgm:pt modelId="{E4BDEB96-F881-4EA0-80CD-EB98E6540A38}" type="pres">
      <dgm:prSet presAssocID="{4D00FDAA-E70C-4F90-9E0D-D27DC3F8E8EE}" presName="composite" presStyleCnt="0"/>
      <dgm:spPr/>
    </dgm:pt>
    <dgm:pt modelId="{00C3ECC1-7F13-4387-8678-BFA489D475A7}" type="pres">
      <dgm:prSet presAssocID="{4D00FDAA-E70C-4F90-9E0D-D27DC3F8E8EE}" presName="bentUpArrow1" presStyleLbl="alignImgPlace1" presStyleIdx="2" presStyleCnt="4"/>
      <dgm:spPr/>
    </dgm:pt>
    <dgm:pt modelId="{DD2775B1-0561-4E04-9172-B57466BDA044}" type="pres">
      <dgm:prSet presAssocID="{4D00FDAA-E70C-4F90-9E0D-D27DC3F8E8EE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0B09A344-B785-440A-B3AD-6344CE193A13}" type="pres">
      <dgm:prSet presAssocID="{4D00FDAA-E70C-4F90-9E0D-D27DC3F8E8EE}" presName="ChildText" presStyleLbl="revTx" presStyleIdx="2" presStyleCnt="5" custScaleX="187698" custLinFactNeighborX="42272">
        <dgm:presLayoutVars>
          <dgm:chMax val="0"/>
          <dgm:chPref val="0"/>
          <dgm:bulletEnabled val="1"/>
        </dgm:presLayoutVars>
      </dgm:prSet>
      <dgm:spPr/>
    </dgm:pt>
    <dgm:pt modelId="{3A3A4947-E1FA-43B4-9846-F86BE9F77FAE}" type="pres">
      <dgm:prSet presAssocID="{1F7C7D02-D6F2-4515-B5C1-D700497B16C6}" presName="sibTrans" presStyleCnt="0"/>
      <dgm:spPr/>
    </dgm:pt>
    <dgm:pt modelId="{4E4CBA80-1080-46B1-8D37-DAC665EF4F53}" type="pres">
      <dgm:prSet presAssocID="{3891BBD9-A6E0-4E47-B635-05AB1DB6FC9D}" presName="composite" presStyleCnt="0"/>
      <dgm:spPr/>
    </dgm:pt>
    <dgm:pt modelId="{04A091CA-1C01-492E-9C5D-FAA9B5FC1483}" type="pres">
      <dgm:prSet presAssocID="{3891BBD9-A6E0-4E47-B635-05AB1DB6FC9D}" presName="bentUpArrow1" presStyleLbl="alignImgPlace1" presStyleIdx="3" presStyleCnt="4"/>
      <dgm:spPr/>
    </dgm:pt>
    <dgm:pt modelId="{D5A7EB12-D163-45E0-8C1E-78A70BB47E64}" type="pres">
      <dgm:prSet presAssocID="{3891BBD9-A6E0-4E47-B635-05AB1DB6FC9D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13C6601A-1DE2-406C-885E-461F393D8B5E}" type="pres">
      <dgm:prSet presAssocID="{3891BBD9-A6E0-4E47-B635-05AB1DB6FC9D}" presName="ChildText" presStyleLbl="revTx" presStyleIdx="3" presStyleCnt="5" custScaleX="207370" custLinFactNeighborX="53113">
        <dgm:presLayoutVars>
          <dgm:chMax val="0"/>
          <dgm:chPref val="0"/>
          <dgm:bulletEnabled val="1"/>
        </dgm:presLayoutVars>
      </dgm:prSet>
      <dgm:spPr/>
    </dgm:pt>
    <dgm:pt modelId="{69498037-0E31-4CFC-BF3A-E8F12C809200}" type="pres">
      <dgm:prSet presAssocID="{5FA4164B-877D-4981-9701-B69108BFB637}" presName="sibTrans" presStyleCnt="0"/>
      <dgm:spPr/>
    </dgm:pt>
    <dgm:pt modelId="{6A0FBA05-C0BA-4512-94C4-9C3C673A12F9}" type="pres">
      <dgm:prSet presAssocID="{BEAF86AD-B681-4DB5-925F-BDF7CE301C3B}" presName="composite" presStyleCnt="0"/>
      <dgm:spPr/>
    </dgm:pt>
    <dgm:pt modelId="{74C868E3-45B1-4A50-AA5D-B2EAD63F2E11}" type="pres">
      <dgm:prSet presAssocID="{BEAF86AD-B681-4DB5-925F-BDF7CE301C3B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67B3FD7C-135D-4B6A-A53A-7BFFE7E9A358}" type="pres">
      <dgm:prSet presAssocID="{BEAF86AD-B681-4DB5-925F-BDF7CE301C3B}" presName="FinalChildText" presStyleLbl="revTx" presStyleIdx="4" presStyleCnt="5" custScaleX="201375" custLinFactNeighborX="51445">
        <dgm:presLayoutVars>
          <dgm:chMax val="0"/>
          <dgm:chPref val="0"/>
          <dgm:bulletEnabled val="1"/>
        </dgm:presLayoutVars>
      </dgm:prSet>
      <dgm:spPr/>
    </dgm:pt>
  </dgm:ptLst>
  <dgm:cxnLst>
    <dgm:cxn modelId="{F7C95302-16EA-44E7-91D3-CF1A306D1E99}" type="presOf" srcId="{F735B6D4-A2F0-4B43-98CD-E27336D7A8F3}" destId="{1B566809-9EBC-4475-906D-71EBFF743E31}" srcOrd="0" destOrd="0" presId="urn:microsoft.com/office/officeart/2005/8/layout/StepDownProcess"/>
    <dgm:cxn modelId="{0C1C5B09-0EB5-4BF8-A1E4-2CE5EED6767D}" type="presOf" srcId="{BEAF86AD-B681-4DB5-925F-BDF7CE301C3B}" destId="{74C868E3-45B1-4A50-AA5D-B2EAD63F2E11}" srcOrd="0" destOrd="0" presId="urn:microsoft.com/office/officeart/2005/8/layout/StepDownProcess"/>
    <dgm:cxn modelId="{E2F4F91C-1641-4C34-88FA-FD6760551411}" type="presOf" srcId="{6845A1BA-AE74-4597-818C-B815BF2097A6}" destId="{13C6601A-1DE2-406C-885E-461F393D8B5E}" srcOrd="0" destOrd="0" presId="urn:microsoft.com/office/officeart/2005/8/layout/StepDownProcess"/>
    <dgm:cxn modelId="{00804B1F-0682-4243-A8CD-0565A4348F25}" srcId="{BEAF86AD-B681-4DB5-925F-BDF7CE301C3B}" destId="{53D517E8-8A95-4159-B152-41B06B029E71}" srcOrd="0" destOrd="0" parTransId="{AA33384A-CE3E-41FE-B80E-8DDE78AF886B}" sibTransId="{58759C2B-E658-475E-B7BE-A6216EEBC1FE}"/>
    <dgm:cxn modelId="{9A98DB1F-B9A7-4D43-9305-699E208D3CC1}" type="presOf" srcId="{3891BBD9-A6E0-4E47-B635-05AB1DB6FC9D}" destId="{D5A7EB12-D163-45E0-8C1E-78A70BB47E64}" srcOrd="0" destOrd="0" presId="urn:microsoft.com/office/officeart/2005/8/layout/StepDownProcess"/>
    <dgm:cxn modelId="{6086C738-96C5-4912-950D-B27942FC8DBD}" srcId="{4D00FDAA-E70C-4F90-9E0D-D27DC3F8E8EE}" destId="{8E40E470-EBFD-4513-896B-26F599B0D18B}" srcOrd="0" destOrd="0" parTransId="{5BE79157-D7F6-4C76-9B3E-28B626399D70}" sibTransId="{B0B20F4C-5ED0-4B4D-8491-4BBE2FCA9FB9}"/>
    <dgm:cxn modelId="{3CD26D3F-9C4B-4C79-A0BA-C2A451D2414D}" srcId="{3891BBD9-A6E0-4E47-B635-05AB1DB6FC9D}" destId="{6845A1BA-AE74-4597-818C-B815BF2097A6}" srcOrd="0" destOrd="0" parTransId="{676F1FA6-6823-409E-A9D4-494EBAC8C119}" sibTransId="{364B6344-FA92-47BB-AF82-BDC4CD894666}"/>
    <dgm:cxn modelId="{84DC8D45-DA08-4A66-8A0D-6FBD82CFEFAB}" type="presOf" srcId="{2519E54A-0D34-47F7-A730-8779F328CD80}" destId="{D8994483-71C5-4013-ACFD-FB9A5A5DF17D}" srcOrd="0" destOrd="0" presId="urn:microsoft.com/office/officeart/2005/8/layout/StepDownProcess"/>
    <dgm:cxn modelId="{934C9B45-2E49-46A4-AB47-5208D83D5E6F}" srcId="{2AC37951-FBB1-424F-AAC1-670355A540DD}" destId="{7396DA3C-A262-4927-936F-175F6D93E34F}" srcOrd="0" destOrd="0" parTransId="{3A6E76DB-D629-44AA-A284-5AA265EF4ABB}" sibTransId="{65103C4D-F73C-4AB9-BCE5-50948A80DCEC}"/>
    <dgm:cxn modelId="{92B46268-7198-4B36-B610-9229DBA588B5}" srcId="{F735B6D4-A2F0-4B43-98CD-E27336D7A8F3}" destId="{2AC37951-FBB1-424F-AAC1-670355A540DD}" srcOrd="0" destOrd="0" parTransId="{2F137B74-1621-4E3F-8ED4-DF041E8E2A6C}" sibTransId="{164FED4A-0FFC-40A3-8F50-61FA0347E20E}"/>
    <dgm:cxn modelId="{7FF2B76A-244C-44C8-835E-8051ED8D6AD8}" srcId="{F735B6D4-A2F0-4B43-98CD-E27336D7A8F3}" destId="{4D00FDAA-E70C-4F90-9E0D-D27DC3F8E8EE}" srcOrd="2" destOrd="0" parTransId="{E3B5FE75-1ACE-486E-837A-2981F67802EB}" sibTransId="{1F7C7D02-D6F2-4515-B5C1-D700497B16C6}"/>
    <dgm:cxn modelId="{075B844E-6428-42EA-B2B7-3B6B7093CB44}" srcId="{2519E54A-0D34-47F7-A730-8779F328CD80}" destId="{F623952D-B8A7-49E2-BEDB-924016C10D9F}" srcOrd="0" destOrd="0" parTransId="{3BFF5664-7FAB-462A-B53E-F3E36432A0AC}" sibTransId="{82E62CC4-CC08-4D3E-94E3-3097C5C8713E}"/>
    <dgm:cxn modelId="{49863F72-55DE-41B7-BD2D-F8A5630F885E}" type="presOf" srcId="{8E40E470-EBFD-4513-896B-26F599B0D18B}" destId="{0B09A344-B785-440A-B3AD-6344CE193A13}" srcOrd="0" destOrd="0" presId="urn:microsoft.com/office/officeart/2005/8/layout/StepDownProcess"/>
    <dgm:cxn modelId="{4236607A-C5F8-484E-87B7-00DB37BC0EB7}" type="presOf" srcId="{F623952D-B8A7-49E2-BEDB-924016C10D9F}" destId="{B4AADDA9-6E69-447F-BBCF-ED19B12B92E0}" srcOrd="0" destOrd="0" presId="urn:microsoft.com/office/officeart/2005/8/layout/StepDownProcess"/>
    <dgm:cxn modelId="{FDAD589F-D38A-4AD4-B861-730F8201553D}" srcId="{F735B6D4-A2F0-4B43-98CD-E27336D7A8F3}" destId="{2519E54A-0D34-47F7-A730-8779F328CD80}" srcOrd="1" destOrd="0" parTransId="{06A7928B-0E32-488C-945A-613EEBDB9213}" sibTransId="{78C7F304-A2B8-4A62-B6F1-5B86011DEFAD}"/>
    <dgm:cxn modelId="{E3C27BA8-8650-4C6C-B7EB-C0C9CE2E4DE9}" srcId="{F735B6D4-A2F0-4B43-98CD-E27336D7A8F3}" destId="{BEAF86AD-B681-4DB5-925F-BDF7CE301C3B}" srcOrd="4" destOrd="0" parTransId="{A9668C42-C7F1-488A-A082-8ED537E0090F}" sibTransId="{F5E28BC5-81A5-4BE2-A2D8-35704BEFA683}"/>
    <dgm:cxn modelId="{943216AC-5E30-4285-8AA8-DD87A6057957}" type="presOf" srcId="{53D517E8-8A95-4159-B152-41B06B029E71}" destId="{67B3FD7C-135D-4B6A-A53A-7BFFE7E9A358}" srcOrd="0" destOrd="0" presId="urn:microsoft.com/office/officeart/2005/8/layout/StepDownProcess"/>
    <dgm:cxn modelId="{2A4153D1-8348-460C-986B-453807B20C82}" type="presOf" srcId="{7396DA3C-A262-4927-936F-175F6D93E34F}" destId="{084119B3-AEFA-44E5-A27F-1E44CF1A7906}" srcOrd="0" destOrd="0" presId="urn:microsoft.com/office/officeart/2005/8/layout/StepDownProcess"/>
    <dgm:cxn modelId="{D17203D4-B5EF-45E1-BB4C-9634CA875897}" srcId="{F735B6D4-A2F0-4B43-98CD-E27336D7A8F3}" destId="{3891BBD9-A6E0-4E47-B635-05AB1DB6FC9D}" srcOrd="3" destOrd="0" parTransId="{CA46007F-5639-4D5C-B103-134123E4C037}" sibTransId="{5FA4164B-877D-4981-9701-B69108BFB637}"/>
    <dgm:cxn modelId="{586A2BD4-D216-41BD-A484-3C8886C6C116}" type="presOf" srcId="{2AC37951-FBB1-424F-AAC1-670355A540DD}" destId="{AFC80FAB-D8AA-4947-88FA-69B7C635EC5E}" srcOrd="0" destOrd="0" presId="urn:microsoft.com/office/officeart/2005/8/layout/StepDownProcess"/>
    <dgm:cxn modelId="{CF271AFE-2B76-41EB-9FAF-F424E57033D0}" type="presOf" srcId="{4D00FDAA-E70C-4F90-9E0D-D27DC3F8E8EE}" destId="{DD2775B1-0561-4E04-9172-B57466BDA044}" srcOrd="0" destOrd="0" presId="urn:microsoft.com/office/officeart/2005/8/layout/StepDownProcess"/>
    <dgm:cxn modelId="{C78A2C1A-F976-4A69-A7CA-65764B43EBA6}" type="presParOf" srcId="{1B566809-9EBC-4475-906D-71EBFF743E31}" destId="{09F60502-424E-45A1-B8C5-42AE97C0B20F}" srcOrd="0" destOrd="0" presId="urn:microsoft.com/office/officeart/2005/8/layout/StepDownProcess"/>
    <dgm:cxn modelId="{2609EE63-ED0E-4342-B521-967BC345A948}" type="presParOf" srcId="{09F60502-424E-45A1-B8C5-42AE97C0B20F}" destId="{4D713EF0-3B18-460E-95A1-4E7F43591BFA}" srcOrd="0" destOrd="0" presId="urn:microsoft.com/office/officeart/2005/8/layout/StepDownProcess"/>
    <dgm:cxn modelId="{3D986E83-46E6-4E40-B066-B23F61C8BAA2}" type="presParOf" srcId="{09F60502-424E-45A1-B8C5-42AE97C0B20F}" destId="{AFC80FAB-D8AA-4947-88FA-69B7C635EC5E}" srcOrd="1" destOrd="0" presId="urn:microsoft.com/office/officeart/2005/8/layout/StepDownProcess"/>
    <dgm:cxn modelId="{4E2CDF5E-10FA-4E8A-86AA-A203A84334D8}" type="presParOf" srcId="{09F60502-424E-45A1-B8C5-42AE97C0B20F}" destId="{084119B3-AEFA-44E5-A27F-1E44CF1A7906}" srcOrd="2" destOrd="0" presId="urn:microsoft.com/office/officeart/2005/8/layout/StepDownProcess"/>
    <dgm:cxn modelId="{6FC1F2B4-88F9-45E0-A3E7-BE9154519B54}" type="presParOf" srcId="{1B566809-9EBC-4475-906D-71EBFF743E31}" destId="{89FDE0B3-610A-4165-9C25-AD5E605EB742}" srcOrd="1" destOrd="0" presId="urn:microsoft.com/office/officeart/2005/8/layout/StepDownProcess"/>
    <dgm:cxn modelId="{9BF92F4C-7EC9-45AA-B334-B681E2208300}" type="presParOf" srcId="{1B566809-9EBC-4475-906D-71EBFF743E31}" destId="{784EC977-019A-4103-8118-22EC149F0E48}" srcOrd="2" destOrd="0" presId="urn:microsoft.com/office/officeart/2005/8/layout/StepDownProcess"/>
    <dgm:cxn modelId="{A02804F8-0DDC-4A1E-9ECE-1BC8FF53FE0D}" type="presParOf" srcId="{784EC977-019A-4103-8118-22EC149F0E48}" destId="{94158FBD-676B-4571-AB27-C4021CF78312}" srcOrd="0" destOrd="0" presId="urn:microsoft.com/office/officeart/2005/8/layout/StepDownProcess"/>
    <dgm:cxn modelId="{0FEA487A-DEA7-43C0-9D5A-E48065FDAE99}" type="presParOf" srcId="{784EC977-019A-4103-8118-22EC149F0E48}" destId="{D8994483-71C5-4013-ACFD-FB9A5A5DF17D}" srcOrd="1" destOrd="0" presId="urn:microsoft.com/office/officeart/2005/8/layout/StepDownProcess"/>
    <dgm:cxn modelId="{DAB37650-8971-4760-A342-7549443D473B}" type="presParOf" srcId="{784EC977-019A-4103-8118-22EC149F0E48}" destId="{B4AADDA9-6E69-447F-BBCF-ED19B12B92E0}" srcOrd="2" destOrd="0" presId="urn:microsoft.com/office/officeart/2005/8/layout/StepDownProcess"/>
    <dgm:cxn modelId="{C43482D7-05C6-4308-806B-27C6FCACD392}" type="presParOf" srcId="{1B566809-9EBC-4475-906D-71EBFF743E31}" destId="{1A5D3C64-C424-4D07-9636-8BD6B064CD80}" srcOrd="3" destOrd="0" presId="urn:microsoft.com/office/officeart/2005/8/layout/StepDownProcess"/>
    <dgm:cxn modelId="{30BBAAFB-B904-412F-82E4-5E708CF1647D}" type="presParOf" srcId="{1B566809-9EBC-4475-906D-71EBFF743E31}" destId="{E4BDEB96-F881-4EA0-80CD-EB98E6540A38}" srcOrd="4" destOrd="0" presId="urn:microsoft.com/office/officeart/2005/8/layout/StepDownProcess"/>
    <dgm:cxn modelId="{AE4B7D6F-C99C-400A-9934-73BC581E06D2}" type="presParOf" srcId="{E4BDEB96-F881-4EA0-80CD-EB98E6540A38}" destId="{00C3ECC1-7F13-4387-8678-BFA489D475A7}" srcOrd="0" destOrd="0" presId="urn:microsoft.com/office/officeart/2005/8/layout/StepDownProcess"/>
    <dgm:cxn modelId="{4E623A74-E273-40C4-80D2-DBC5D64F08A1}" type="presParOf" srcId="{E4BDEB96-F881-4EA0-80CD-EB98E6540A38}" destId="{DD2775B1-0561-4E04-9172-B57466BDA044}" srcOrd="1" destOrd="0" presId="urn:microsoft.com/office/officeart/2005/8/layout/StepDownProcess"/>
    <dgm:cxn modelId="{1DB37E2D-A9B7-460A-B42D-FE65F08D5233}" type="presParOf" srcId="{E4BDEB96-F881-4EA0-80CD-EB98E6540A38}" destId="{0B09A344-B785-440A-B3AD-6344CE193A13}" srcOrd="2" destOrd="0" presId="urn:microsoft.com/office/officeart/2005/8/layout/StepDownProcess"/>
    <dgm:cxn modelId="{C0826703-8504-4A18-B5EA-5D8DE29D8C48}" type="presParOf" srcId="{1B566809-9EBC-4475-906D-71EBFF743E31}" destId="{3A3A4947-E1FA-43B4-9846-F86BE9F77FAE}" srcOrd="5" destOrd="0" presId="urn:microsoft.com/office/officeart/2005/8/layout/StepDownProcess"/>
    <dgm:cxn modelId="{3DB1BAD9-A687-4455-AFA1-96283D96EF0D}" type="presParOf" srcId="{1B566809-9EBC-4475-906D-71EBFF743E31}" destId="{4E4CBA80-1080-46B1-8D37-DAC665EF4F53}" srcOrd="6" destOrd="0" presId="urn:microsoft.com/office/officeart/2005/8/layout/StepDownProcess"/>
    <dgm:cxn modelId="{F615F305-DA6A-491B-924C-71CF8F31D5E3}" type="presParOf" srcId="{4E4CBA80-1080-46B1-8D37-DAC665EF4F53}" destId="{04A091CA-1C01-492E-9C5D-FAA9B5FC1483}" srcOrd="0" destOrd="0" presId="urn:microsoft.com/office/officeart/2005/8/layout/StepDownProcess"/>
    <dgm:cxn modelId="{8C5E99CD-84FF-404D-9BEC-52BE8ED68586}" type="presParOf" srcId="{4E4CBA80-1080-46B1-8D37-DAC665EF4F53}" destId="{D5A7EB12-D163-45E0-8C1E-78A70BB47E64}" srcOrd="1" destOrd="0" presId="urn:microsoft.com/office/officeart/2005/8/layout/StepDownProcess"/>
    <dgm:cxn modelId="{1A2C2443-55B1-4ED4-A034-344D87C460EC}" type="presParOf" srcId="{4E4CBA80-1080-46B1-8D37-DAC665EF4F53}" destId="{13C6601A-1DE2-406C-885E-461F393D8B5E}" srcOrd="2" destOrd="0" presId="urn:microsoft.com/office/officeart/2005/8/layout/StepDownProcess"/>
    <dgm:cxn modelId="{223C5036-61FC-4C97-978E-D31D597DA3FA}" type="presParOf" srcId="{1B566809-9EBC-4475-906D-71EBFF743E31}" destId="{69498037-0E31-4CFC-BF3A-E8F12C809200}" srcOrd="7" destOrd="0" presId="urn:microsoft.com/office/officeart/2005/8/layout/StepDownProcess"/>
    <dgm:cxn modelId="{DD814B0A-14FF-452D-8224-F640CC98106D}" type="presParOf" srcId="{1B566809-9EBC-4475-906D-71EBFF743E31}" destId="{6A0FBA05-C0BA-4512-94C4-9C3C673A12F9}" srcOrd="8" destOrd="0" presId="urn:microsoft.com/office/officeart/2005/8/layout/StepDownProcess"/>
    <dgm:cxn modelId="{54232205-850D-4D4F-A0C2-1725DA5491FD}" type="presParOf" srcId="{6A0FBA05-C0BA-4512-94C4-9C3C673A12F9}" destId="{74C868E3-45B1-4A50-AA5D-B2EAD63F2E11}" srcOrd="0" destOrd="0" presId="urn:microsoft.com/office/officeart/2005/8/layout/StepDownProcess"/>
    <dgm:cxn modelId="{F1C01E85-1B4E-4FEE-9A76-4C4244C31A20}" type="presParOf" srcId="{6A0FBA05-C0BA-4512-94C4-9C3C673A12F9}" destId="{67B3FD7C-135D-4B6A-A53A-7BFFE7E9A35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35B6D4-A2F0-4B43-98CD-E27336D7A8F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AC37951-FBB1-424F-AAC1-670355A540DD}">
      <dgm:prSet phldrT="[Texto]"/>
      <dgm:spPr/>
      <dgm:t>
        <a:bodyPr/>
        <a:lstStyle/>
        <a:p>
          <a:r>
            <a:rPr lang="en-US" dirty="0"/>
            <a:t>Analyze Memory Usage</a:t>
          </a:r>
          <a:endParaRPr lang="es-CO" dirty="0"/>
        </a:p>
      </dgm:t>
    </dgm:pt>
    <dgm:pt modelId="{2F137B74-1621-4E3F-8ED4-DF041E8E2A6C}" type="parTrans" cxnId="{92B46268-7198-4B36-B610-9229DBA588B5}">
      <dgm:prSet/>
      <dgm:spPr/>
      <dgm:t>
        <a:bodyPr/>
        <a:lstStyle/>
        <a:p>
          <a:endParaRPr lang="es-CO"/>
        </a:p>
      </dgm:t>
    </dgm:pt>
    <dgm:pt modelId="{164FED4A-0FFC-40A3-8F50-61FA0347E20E}" type="sibTrans" cxnId="{92B46268-7198-4B36-B610-9229DBA588B5}">
      <dgm:prSet/>
      <dgm:spPr/>
      <dgm:t>
        <a:bodyPr/>
        <a:lstStyle/>
        <a:p>
          <a:endParaRPr lang="es-CO"/>
        </a:p>
      </dgm:t>
    </dgm:pt>
    <dgm:pt modelId="{7396DA3C-A262-4927-936F-175F6D93E34F}">
      <dgm:prSet phldrT="[Texto]"/>
      <dgm:spPr/>
      <dgm:t>
        <a:bodyPr/>
        <a:lstStyle/>
        <a:p>
          <a:pPr>
            <a:buNone/>
          </a:pPr>
          <a:r>
            <a:rPr lang="en-US" dirty="0"/>
            <a:t>Analyze memory requirements according to data structures</a:t>
          </a:r>
          <a:endParaRPr lang="es-CO" dirty="0"/>
        </a:p>
      </dgm:t>
    </dgm:pt>
    <dgm:pt modelId="{3A6E76DB-D629-44AA-A284-5AA265EF4ABB}" type="parTrans" cxnId="{934C9B45-2E49-46A4-AB47-5208D83D5E6F}">
      <dgm:prSet/>
      <dgm:spPr/>
      <dgm:t>
        <a:bodyPr/>
        <a:lstStyle/>
        <a:p>
          <a:endParaRPr lang="es-CO"/>
        </a:p>
      </dgm:t>
    </dgm:pt>
    <dgm:pt modelId="{65103C4D-F73C-4AB9-BCE5-50948A80DCEC}" type="sibTrans" cxnId="{934C9B45-2E49-46A4-AB47-5208D83D5E6F}">
      <dgm:prSet/>
      <dgm:spPr/>
      <dgm:t>
        <a:bodyPr/>
        <a:lstStyle/>
        <a:p>
          <a:endParaRPr lang="es-CO"/>
        </a:p>
      </dgm:t>
    </dgm:pt>
    <dgm:pt modelId="{2519E54A-0D34-47F7-A730-8779F328CD80}">
      <dgm:prSet phldrT="[Texto]"/>
      <dgm:spPr/>
      <dgm:t>
        <a:bodyPr/>
        <a:lstStyle/>
        <a:p>
          <a:r>
            <a:rPr lang="en-US" dirty="0"/>
            <a:t>Express Spatial Complexity</a:t>
          </a:r>
          <a:endParaRPr lang="es-CO" dirty="0"/>
        </a:p>
      </dgm:t>
    </dgm:pt>
    <dgm:pt modelId="{06A7928B-0E32-488C-945A-613EEBDB9213}" type="parTrans" cxnId="{FDAD589F-D38A-4AD4-B861-730F8201553D}">
      <dgm:prSet/>
      <dgm:spPr/>
      <dgm:t>
        <a:bodyPr/>
        <a:lstStyle/>
        <a:p>
          <a:endParaRPr lang="es-CO"/>
        </a:p>
      </dgm:t>
    </dgm:pt>
    <dgm:pt modelId="{78C7F304-A2B8-4A62-B6F1-5B86011DEFAD}" type="sibTrans" cxnId="{FDAD589F-D38A-4AD4-B861-730F8201553D}">
      <dgm:prSet/>
      <dgm:spPr/>
      <dgm:t>
        <a:bodyPr/>
        <a:lstStyle/>
        <a:p>
          <a:endParaRPr lang="es-CO"/>
        </a:p>
      </dgm:t>
    </dgm:pt>
    <mc:AlternateContent xmlns:mc="http://schemas.openxmlformats.org/markup-compatibility/2006" xmlns:a14="http://schemas.microsoft.com/office/drawing/2010/main">
      <mc:Choice Requires="a14">
        <dgm:pt modelId="{F623952D-B8A7-49E2-BEDB-924016C10D9F}">
          <dgm:prSet phldrT="[Texto]"/>
          <dgm:spPr/>
          <dgm:t>
            <a:bodyPr/>
            <a:lstStyle/>
            <a:p>
              <a:pPr>
                <a:buNone/>
              </a:pPr>
              <a:r>
                <a:rPr lang="es-ES" dirty="0"/>
                <a:t>Big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el-GR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Ο</m:t>
                  </m:r>
                </m:oMath>
              </a14:m>
              <a:r>
                <a:rPr lang="es-CO" dirty="0"/>
                <a:t>, i</a:t>
              </a:r>
              <a:r>
                <a:rPr lang="en-US" dirty="0" err="1"/>
                <a:t>dentify</a:t>
              </a:r>
              <a:r>
                <a:rPr lang="en-US" dirty="0"/>
                <a:t> the dominating factor </a:t>
              </a:r>
              <a:endParaRPr lang="es-CO" dirty="0"/>
            </a:p>
          </dgm:t>
        </dgm:pt>
      </mc:Choice>
      <mc:Fallback xmlns="">
        <dgm:pt modelId="{F623952D-B8A7-49E2-BEDB-924016C10D9F}">
          <dgm:prSet phldrT="[Texto]"/>
          <dgm:spPr/>
          <dgm:t>
            <a:bodyPr/>
            <a:lstStyle/>
            <a:p>
              <a:pPr>
                <a:buNone/>
              </a:pPr>
              <a:r>
                <a:rPr lang="es-ES" dirty="0"/>
                <a:t>Big </a:t>
              </a:r>
              <a:r>
                <a:rPr lang="el-GR" i="0">
                  <a:latin typeface="Cambria Math" panose="02040503050406030204" pitchFamily="18" charset="0"/>
                  <a:ea typeface="Cambria Math" panose="02040503050406030204" pitchFamily="18" charset="0"/>
                </a:rPr>
                <a:t>Ο</a:t>
              </a:r>
              <a:r>
                <a:rPr lang="es-CO" dirty="0"/>
                <a:t>, i</a:t>
              </a:r>
              <a:r>
                <a:rPr lang="en-US" dirty="0" err="1"/>
                <a:t>dentify</a:t>
              </a:r>
              <a:r>
                <a:rPr lang="en-US" dirty="0"/>
                <a:t> the dominating factor </a:t>
              </a:r>
              <a:endParaRPr lang="es-CO" dirty="0"/>
            </a:p>
          </dgm:t>
        </dgm:pt>
      </mc:Fallback>
    </mc:AlternateContent>
    <dgm:pt modelId="{3BFF5664-7FAB-462A-B53E-F3E36432A0AC}" type="parTrans" cxnId="{075B844E-6428-42EA-B2B7-3B6B7093CB44}">
      <dgm:prSet/>
      <dgm:spPr/>
      <dgm:t>
        <a:bodyPr/>
        <a:lstStyle/>
        <a:p>
          <a:endParaRPr lang="es-CO"/>
        </a:p>
      </dgm:t>
    </dgm:pt>
    <dgm:pt modelId="{82E62CC4-CC08-4D3E-94E3-3097C5C8713E}" type="sibTrans" cxnId="{075B844E-6428-42EA-B2B7-3B6B7093CB44}">
      <dgm:prSet/>
      <dgm:spPr/>
      <dgm:t>
        <a:bodyPr/>
        <a:lstStyle/>
        <a:p>
          <a:endParaRPr lang="es-CO"/>
        </a:p>
      </dgm:t>
    </dgm:pt>
    <dgm:pt modelId="{4D00FDAA-E70C-4F90-9E0D-D27DC3F8E8EE}">
      <dgm:prSet phldrT="[Texto]"/>
      <dgm:spPr/>
      <dgm:t>
        <a:bodyPr/>
        <a:lstStyle/>
        <a:p>
          <a:r>
            <a:rPr lang="en-US" dirty="0"/>
            <a:t>Verify and refine</a:t>
          </a:r>
          <a:endParaRPr lang="es-CO" dirty="0"/>
        </a:p>
      </dgm:t>
    </dgm:pt>
    <dgm:pt modelId="{E3B5FE75-1ACE-486E-837A-2981F67802EB}" type="parTrans" cxnId="{7FF2B76A-244C-44C8-835E-8051ED8D6AD8}">
      <dgm:prSet/>
      <dgm:spPr/>
      <dgm:t>
        <a:bodyPr/>
        <a:lstStyle/>
        <a:p>
          <a:endParaRPr lang="es-CO"/>
        </a:p>
      </dgm:t>
    </dgm:pt>
    <dgm:pt modelId="{1F7C7D02-D6F2-4515-B5C1-D700497B16C6}" type="sibTrans" cxnId="{7FF2B76A-244C-44C8-835E-8051ED8D6AD8}">
      <dgm:prSet/>
      <dgm:spPr/>
      <dgm:t>
        <a:bodyPr/>
        <a:lstStyle/>
        <a:p>
          <a:endParaRPr lang="es-CO"/>
        </a:p>
      </dgm:t>
    </dgm:pt>
    <dgm:pt modelId="{8E40E470-EBFD-4513-896B-26F599B0D18B}">
      <dgm:prSet phldrT="[Texto]"/>
      <dgm:spPr/>
      <dgm:t>
        <a:bodyPr/>
        <a:lstStyle/>
        <a:p>
          <a:pPr>
            <a:buNone/>
          </a:pPr>
          <a:r>
            <a:rPr lang="en-US" dirty="0"/>
            <a:t>Test with different input sizes: measure the actual runtime and memory usage</a:t>
          </a:r>
          <a:endParaRPr lang="es-CO" dirty="0"/>
        </a:p>
      </dgm:t>
    </dgm:pt>
    <dgm:pt modelId="{5BE79157-D7F6-4C76-9B3E-28B626399D70}" type="parTrans" cxnId="{6086C738-96C5-4912-950D-B27942FC8DBD}">
      <dgm:prSet/>
      <dgm:spPr/>
      <dgm:t>
        <a:bodyPr/>
        <a:lstStyle/>
        <a:p>
          <a:endParaRPr lang="es-CO"/>
        </a:p>
      </dgm:t>
    </dgm:pt>
    <dgm:pt modelId="{B0B20F4C-5ED0-4B4D-8491-4BBE2FCA9FB9}" type="sibTrans" cxnId="{6086C738-96C5-4912-950D-B27942FC8DBD}">
      <dgm:prSet/>
      <dgm:spPr/>
      <dgm:t>
        <a:bodyPr/>
        <a:lstStyle/>
        <a:p>
          <a:endParaRPr lang="es-CO"/>
        </a:p>
      </dgm:t>
    </dgm:pt>
    <dgm:pt modelId="{3891BBD9-A6E0-4E47-B635-05AB1DB6FC9D}">
      <dgm:prSet/>
      <dgm:spPr/>
      <dgm:t>
        <a:bodyPr/>
        <a:lstStyle/>
        <a:p>
          <a:r>
            <a:rPr lang="en-US" dirty="0"/>
            <a:t>Consider Best, Worst, and Average Cases</a:t>
          </a:r>
          <a:endParaRPr lang="es-CO" dirty="0"/>
        </a:p>
      </dgm:t>
    </dgm:pt>
    <dgm:pt modelId="{CA46007F-5639-4D5C-B103-134123E4C037}" type="parTrans" cxnId="{D17203D4-B5EF-45E1-BB4C-9634CA875897}">
      <dgm:prSet/>
      <dgm:spPr/>
      <dgm:t>
        <a:bodyPr/>
        <a:lstStyle/>
        <a:p>
          <a:endParaRPr lang="es-CO"/>
        </a:p>
      </dgm:t>
    </dgm:pt>
    <dgm:pt modelId="{5FA4164B-877D-4981-9701-B69108BFB637}" type="sibTrans" cxnId="{D17203D4-B5EF-45E1-BB4C-9634CA875897}">
      <dgm:prSet/>
      <dgm:spPr/>
      <dgm:t>
        <a:bodyPr/>
        <a:lstStyle/>
        <a:p>
          <a:endParaRPr lang="es-CO"/>
        </a:p>
      </dgm:t>
    </dgm:pt>
    <dgm:pt modelId="{6845A1BA-AE74-4597-818C-B815BF2097A6}">
      <dgm:prSet/>
      <dgm:spPr/>
      <dgm:t>
        <a:bodyPr/>
        <a:lstStyle/>
        <a:p>
          <a:pPr>
            <a:buNone/>
          </a:pPr>
          <a:r>
            <a:rPr lang="es-ES" dirty="0" err="1"/>
            <a:t>Consider</a:t>
          </a:r>
          <a:r>
            <a:rPr lang="es-ES" dirty="0"/>
            <a:t> </a:t>
          </a:r>
          <a:r>
            <a:rPr lang="es-ES" dirty="0" err="1"/>
            <a:t>them</a:t>
          </a:r>
          <a:r>
            <a:rPr lang="es-ES" dirty="0"/>
            <a:t> </a:t>
          </a:r>
          <a:r>
            <a:rPr lang="es-ES" dirty="0" err="1"/>
            <a:t>separately</a:t>
          </a:r>
          <a:endParaRPr lang="es-CO" dirty="0"/>
        </a:p>
      </dgm:t>
    </dgm:pt>
    <dgm:pt modelId="{676F1FA6-6823-409E-A9D4-494EBAC8C119}" type="parTrans" cxnId="{3CD26D3F-9C4B-4C79-A0BA-C2A451D2414D}">
      <dgm:prSet/>
      <dgm:spPr/>
      <dgm:t>
        <a:bodyPr/>
        <a:lstStyle/>
        <a:p>
          <a:endParaRPr lang="es-CO"/>
        </a:p>
      </dgm:t>
    </dgm:pt>
    <dgm:pt modelId="{364B6344-FA92-47BB-AF82-BDC4CD894666}" type="sibTrans" cxnId="{3CD26D3F-9C4B-4C79-A0BA-C2A451D2414D}">
      <dgm:prSet/>
      <dgm:spPr/>
      <dgm:t>
        <a:bodyPr/>
        <a:lstStyle/>
        <a:p>
          <a:endParaRPr lang="es-CO"/>
        </a:p>
      </dgm:t>
    </dgm:pt>
    <dgm:pt modelId="{1B566809-9EBC-4475-906D-71EBFF743E31}" type="pres">
      <dgm:prSet presAssocID="{F735B6D4-A2F0-4B43-98CD-E27336D7A8F3}" presName="rootnode" presStyleCnt="0">
        <dgm:presLayoutVars>
          <dgm:chMax/>
          <dgm:chPref/>
          <dgm:dir/>
          <dgm:animLvl val="lvl"/>
        </dgm:presLayoutVars>
      </dgm:prSet>
      <dgm:spPr/>
    </dgm:pt>
    <dgm:pt modelId="{09F60502-424E-45A1-B8C5-42AE97C0B20F}" type="pres">
      <dgm:prSet presAssocID="{2AC37951-FBB1-424F-AAC1-670355A540DD}" presName="composite" presStyleCnt="0"/>
      <dgm:spPr/>
    </dgm:pt>
    <dgm:pt modelId="{4D713EF0-3B18-460E-95A1-4E7F43591BFA}" type="pres">
      <dgm:prSet presAssocID="{2AC37951-FBB1-424F-AAC1-670355A540DD}" presName="bentUpArrow1" presStyleLbl="alignImgPlace1" presStyleIdx="0" presStyleCnt="3"/>
      <dgm:spPr/>
    </dgm:pt>
    <dgm:pt modelId="{AFC80FAB-D8AA-4947-88FA-69B7C635EC5E}" type="pres">
      <dgm:prSet presAssocID="{2AC37951-FBB1-424F-AAC1-670355A540DD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84119B3-AEFA-44E5-A27F-1E44CF1A7906}" type="pres">
      <dgm:prSet presAssocID="{2AC37951-FBB1-424F-AAC1-670355A540DD}" presName="ChildText" presStyleLbl="revTx" presStyleIdx="0" presStyleCnt="4" custScaleX="181916" custLinFactNeighborX="39131">
        <dgm:presLayoutVars>
          <dgm:chMax val="0"/>
          <dgm:chPref val="0"/>
          <dgm:bulletEnabled val="1"/>
        </dgm:presLayoutVars>
      </dgm:prSet>
      <dgm:spPr/>
    </dgm:pt>
    <dgm:pt modelId="{89FDE0B3-610A-4165-9C25-AD5E605EB742}" type="pres">
      <dgm:prSet presAssocID="{164FED4A-0FFC-40A3-8F50-61FA0347E20E}" presName="sibTrans" presStyleCnt="0"/>
      <dgm:spPr/>
    </dgm:pt>
    <dgm:pt modelId="{784EC977-019A-4103-8118-22EC149F0E48}" type="pres">
      <dgm:prSet presAssocID="{2519E54A-0D34-47F7-A730-8779F328CD80}" presName="composite" presStyleCnt="0"/>
      <dgm:spPr/>
    </dgm:pt>
    <dgm:pt modelId="{94158FBD-676B-4571-AB27-C4021CF78312}" type="pres">
      <dgm:prSet presAssocID="{2519E54A-0D34-47F7-A730-8779F328CD80}" presName="bentUpArrow1" presStyleLbl="alignImgPlace1" presStyleIdx="1" presStyleCnt="3"/>
      <dgm:spPr/>
    </dgm:pt>
    <dgm:pt modelId="{D8994483-71C5-4013-ACFD-FB9A5A5DF17D}" type="pres">
      <dgm:prSet presAssocID="{2519E54A-0D34-47F7-A730-8779F328CD80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B4AADDA9-6E69-447F-BBCF-ED19B12B92E0}" type="pres">
      <dgm:prSet presAssocID="{2519E54A-0D34-47F7-A730-8779F328CD80}" presName="ChildText" presStyleLbl="revTx" presStyleIdx="1" presStyleCnt="4" custScaleX="205697" custLinFactNeighborX="53114">
        <dgm:presLayoutVars>
          <dgm:chMax val="0"/>
          <dgm:chPref val="0"/>
          <dgm:bulletEnabled val="1"/>
        </dgm:presLayoutVars>
      </dgm:prSet>
      <dgm:spPr/>
    </dgm:pt>
    <dgm:pt modelId="{1A5D3C64-C424-4D07-9636-8BD6B064CD80}" type="pres">
      <dgm:prSet presAssocID="{78C7F304-A2B8-4A62-B6F1-5B86011DEFAD}" presName="sibTrans" presStyleCnt="0"/>
      <dgm:spPr/>
    </dgm:pt>
    <dgm:pt modelId="{E4BDEB96-F881-4EA0-80CD-EB98E6540A38}" type="pres">
      <dgm:prSet presAssocID="{4D00FDAA-E70C-4F90-9E0D-D27DC3F8E8EE}" presName="composite" presStyleCnt="0"/>
      <dgm:spPr/>
    </dgm:pt>
    <dgm:pt modelId="{00C3ECC1-7F13-4387-8678-BFA489D475A7}" type="pres">
      <dgm:prSet presAssocID="{4D00FDAA-E70C-4F90-9E0D-D27DC3F8E8EE}" presName="bentUpArrow1" presStyleLbl="alignImgPlace1" presStyleIdx="2" presStyleCnt="3"/>
      <dgm:spPr/>
    </dgm:pt>
    <dgm:pt modelId="{DD2775B1-0561-4E04-9172-B57466BDA044}" type="pres">
      <dgm:prSet presAssocID="{4D00FDAA-E70C-4F90-9E0D-D27DC3F8E8EE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0B09A344-B785-440A-B3AD-6344CE193A13}" type="pres">
      <dgm:prSet presAssocID="{4D00FDAA-E70C-4F90-9E0D-D27DC3F8E8EE}" presName="ChildText" presStyleLbl="revTx" presStyleIdx="2" presStyleCnt="4" custScaleX="187698" custLinFactNeighborX="42272">
        <dgm:presLayoutVars>
          <dgm:chMax val="0"/>
          <dgm:chPref val="0"/>
          <dgm:bulletEnabled val="1"/>
        </dgm:presLayoutVars>
      </dgm:prSet>
      <dgm:spPr/>
    </dgm:pt>
    <dgm:pt modelId="{3A3A4947-E1FA-43B4-9846-F86BE9F77FAE}" type="pres">
      <dgm:prSet presAssocID="{1F7C7D02-D6F2-4515-B5C1-D700497B16C6}" presName="sibTrans" presStyleCnt="0"/>
      <dgm:spPr/>
    </dgm:pt>
    <dgm:pt modelId="{4E4CBA80-1080-46B1-8D37-DAC665EF4F53}" type="pres">
      <dgm:prSet presAssocID="{3891BBD9-A6E0-4E47-B635-05AB1DB6FC9D}" presName="composite" presStyleCnt="0"/>
      <dgm:spPr/>
    </dgm:pt>
    <dgm:pt modelId="{D5A7EB12-D163-45E0-8C1E-78A70BB47E64}" type="pres">
      <dgm:prSet presAssocID="{3891BBD9-A6E0-4E47-B635-05AB1DB6FC9D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49EFD4AE-9EEB-4F90-BC91-52A003B3B3BE}" type="pres">
      <dgm:prSet presAssocID="{3891BBD9-A6E0-4E47-B635-05AB1DB6FC9D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7C95302-16EA-44E7-91D3-CF1A306D1E99}" type="presOf" srcId="{F735B6D4-A2F0-4B43-98CD-E27336D7A8F3}" destId="{1B566809-9EBC-4475-906D-71EBFF743E31}" srcOrd="0" destOrd="0" presId="urn:microsoft.com/office/officeart/2005/8/layout/StepDownProcess"/>
    <dgm:cxn modelId="{9A98DB1F-B9A7-4D43-9305-699E208D3CC1}" type="presOf" srcId="{3891BBD9-A6E0-4E47-B635-05AB1DB6FC9D}" destId="{D5A7EB12-D163-45E0-8C1E-78A70BB47E64}" srcOrd="0" destOrd="0" presId="urn:microsoft.com/office/officeart/2005/8/layout/StepDownProcess"/>
    <dgm:cxn modelId="{6086C738-96C5-4912-950D-B27942FC8DBD}" srcId="{4D00FDAA-E70C-4F90-9E0D-D27DC3F8E8EE}" destId="{8E40E470-EBFD-4513-896B-26F599B0D18B}" srcOrd="0" destOrd="0" parTransId="{5BE79157-D7F6-4C76-9B3E-28B626399D70}" sibTransId="{B0B20F4C-5ED0-4B4D-8491-4BBE2FCA9FB9}"/>
    <dgm:cxn modelId="{3CD26D3F-9C4B-4C79-A0BA-C2A451D2414D}" srcId="{3891BBD9-A6E0-4E47-B635-05AB1DB6FC9D}" destId="{6845A1BA-AE74-4597-818C-B815BF2097A6}" srcOrd="0" destOrd="0" parTransId="{676F1FA6-6823-409E-A9D4-494EBAC8C119}" sibTransId="{364B6344-FA92-47BB-AF82-BDC4CD894666}"/>
    <dgm:cxn modelId="{84DC8D45-DA08-4A66-8A0D-6FBD82CFEFAB}" type="presOf" srcId="{2519E54A-0D34-47F7-A730-8779F328CD80}" destId="{D8994483-71C5-4013-ACFD-FB9A5A5DF17D}" srcOrd="0" destOrd="0" presId="urn:microsoft.com/office/officeart/2005/8/layout/StepDownProcess"/>
    <dgm:cxn modelId="{934C9B45-2E49-46A4-AB47-5208D83D5E6F}" srcId="{2AC37951-FBB1-424F-AAC1-670355A540DD}" destId="{7396DA3C-A262-4927-936F-175F6D93E34F}" srcOrd="0" destOrd="0" parTransId="{3A6E76DB-D629-44AA-A284-5AA265EF4ABB}" sibTransId="{65103C4D-F73C-4AB9-BCE5-50948A80DCEC}"/>
    <dgm:cxn modelId="{92B46268-7198-4B36-B610-9229DBA588B5}" srcId="{F735B6D4-A2F0-4B43-98CD-E27336D7A8F3}" destId="{2AC37951-FBB1-424F-AAC1-670355A540DD}" srcOrd="0" destOrd="0" parTransId="{2F137B74-1621-4E3F-8ED4-DF041E8E2A6C}" sibTransId="{164FED4A-0FFC-40A3-8F50-61FA0347E20E}"/>
    <dgm:cxn modelId="{7FF2B76A-244C-44C8-835E-8051ED8D6AD8}" srcId="{F735B6D4-A2F0-4B43-98CD-E27336D7A8F3}" destId="{4D00FDAA-E70C-4F90-9E0D-D27DC3F8E8EE}" srcOrd="2" destOrd="0" parTransId="{E3B5FE75-1ACE-486E-837A-2981F67802EB}" sibTransId="{1F7C7D02-D6F2-4515-B5C1-D700497B16C6}"/>
    <dgm:cxn modelId="{075B844E-6428-42EA-B2B7-3B6B7093CB44}" srcId="{2519E54A-0D34-47F7-A730-8779F328CD80}" destId="{F623952D-B8A7-49E2-BEDB-924016C10D9F}" srcOrd="0" destOrd="0" parTransId="{3BFF5664-7FAB-462A-B53E-F3E36432A0AC}" sibTransId="{82E62CC4-CC08-4D3E-94E3-3097C5C8713E}"/>
    <dgm:cxn modelId="{49863F72-55DE-41B7-BD2D-F8A5630F885E}" type="presOf" srcId="{8E40E470-EBFD-4513-896B-26F599B0D18B}" destId="{0B09A344-B785-440A-B3AD-6344CE193A13}" srcOrd="0" destOrd="0" presId="urn:microsoft.com/office/officeart/2005/8/layout/StepDownProcess"/>
    <dgm:cxn modelId="{4236607A-C5F8-484E-87B7-00DB37BC0EB7}" type="presOf" srcId="{F623952D-B8A7-49E2-BEDB-924016C10D9F}" destId="{B4AADDA9-6E69-447F-BBCF-ED19B12B92E0}" srcOrd="0" destOrd="0" presId="urn:microsoft.com/office/officeart/2005/8/layout/StepDownProcess"/>
    <dgm:cxn modelId="{FDAD589F-D38A-4AD4-B861-730F8201553D}" srcId="{F735B6D4-A2F0-4B43-98CD-E27336D7A8F3}" destId="{2519E54A-0D34-47F7-A730-8779F328CD80}" srcOrd="1" destOrd="0" parTransId="{06A7928B-0E32-488C-945A-613EEBDB9213}" sibTransId="{78C7F304-A2B8-4A62-B6F1-5B86011DEFAD}"/>
    <dgm:cxn modelId="{11B32EA0-E6FC-44F3-9BF8-E8FB204D393A}" type="presOf" srcId="{6845A1BA-AE74-4597-818C-B815BF2097A6}" destId="{49EFD4AE-9EEB-4F90-BC91-52A003B3B3BE}" srcOrd="0" destOrd="0" presId="urn:microsoft.com/office/officeart/2005/8/layout/StepDownProcess"/>
    <dgm:cxn modelId="{2A4153D1-8348-460C-986B-453807B20C82}" type="presOf" srcId="{7396DA3C-A262-4927-936F-175F6D93E34F}" destId="{084119B3-AEFA-44E5-A27F-1E44CF1A7906}" srcOrd="0" destOrd="0" presId="urn:microsoft.com/office/officeart/2005/8/layout/StepDownProcess"/>
    <dgm:cxn modelId="{D17203D4-B5EF-45E1-BB4C-9634CA875897}" srcId="{F735B6D4-A2F0-4B43-98CD-E27336D7A8F3}" destId="{3891BBD9-A6E0-4E47-B635-05AB1DB6FC9D}" srcOrd="3" destOrd="0" parTransId="{CA46007F-5639-4D5C-B103-134123E4C037}" sibTransId="{5FA4164B-877D-4981-9701-B69108BFB637}"/>
    <dgm:cxn modelId="{586A2BD4-D216-41BD-A484-3C8886C6C116}" type="presOf" srcId="{2AC37951-FBB1-424F-AAC1-670355A540DD}" destId="{AFC80FAB-D8AA-4947-88FA-69B7C635EC5E}" srcOrd="0" destOrd="0" presId="urn:microsoft.com/office/officeart/2005/8/layout/StepDownProcess"/>
    <dgm:cxn modelId="{CF271AFE-2B76-41EB-9FAF-F424E57033D0}" type="presOf" srcId="{4D00FDAA-E70C-4F90-9E0D-D27DC3F8E8EE}" destId="{DD2775B1-0561-4E04-9172-B57466BDA044}" srcOrd="0" destOrd="0" presId="urn:microsoft.com/office/officeart/2005/8/layout/StepDownProcess"/>
    <dgm:cxn modelId="{C78A2C1A-F976-4A69-A7CA-65764B43EBA6}" type="presParOf" srcId="{1B566809-9EBC-4475-906D-71EBFF743E31}" destId="{09F60502-424E-45A1-B8C5-42AE97C0B20F}" srcOrd="0" destOrd="0" presId="urn:microsoft.com/office/officeart/2005/8/layout/StepDownProcess"/>
    <dgm:cxn modelId="{2609EE63-ED0E-4342-B521-967BC345A948}" type="presParOf" srcId="{09F60502-424E-45A1-B8C5-42AE97C0B20F}" destId="{4D713EF0-3B18-460E-95A1-4E7F43591BFA}" srcOrd="0" destOrd="0" presId="urn:microsoft.com/office/officeart/2005/8/layout/StepDownProcess"/>
    <dgm:cxn modelId="{3D986E83-46E6-4E40-B066-B23F61C8BAA2}" type="presParOf" srcId="{09F60502-424E-45A1-B8C5-42AE97C0B20F}" destId="{AFC80FAB-D8AA-4947-88FA-69B7C635EC5E}" srcOrd="1" destOrd="0" presId="urn:microsoft.com/office/officeart/2005/8/layout/StepDownProcess"/>
    <dgm:cxn modelId="{4E2CDF5E-10FA-4E8A-86AA-A203A84334D8}" type="presParOf" srcId="{09F60502-424E-45A1-B8C5-42AE97C0B20F}" destId="{084119B3-AEFA-44E5-A27F-1E44CF1A7906}" srcOrd="2" destOrd="0" presId="urn:microsoft.com/office/officeart/2005/8/layout/StepDownProcess"/>
    <dgm:cxn modelId="{6FC1F2B4-88F9-45E0-A3E7-BE9154519B54}" type="presParOf" srcId="{1B566809-9EBC-4475-906D-71EBFF743E31}" destId="{89FDE0B3-610A-4165-9C25-AD5E605EB742}" srcOrd="1" destOrd="0" presId="urn:microsoft.com/office/officeart/2005/8/layout/StepDownProcess"/>
    <dgm:cxn modelId="{9BF92F4C-7EC9-45AA-B334-B681E2208300}" type="presParOf" srcId="{1B566809-9EBC-4475-906D-71EBFF743E31}" destId="{784EC977-019A-4103-8118-22EC149F0E48}" srcOrd="2" destOrd="0" presId="urn:microsoft.com/office/officeart/2005/8/layout/StepDownProcess"/>
    <dgm:cxn modelId="{A02804F8-0DDC-4A1E-9ECE-1BC8FF53FE0D}" type="presParOf" srcId="{784EC977-019A-4103-8118-22EC149F0E48}" destId="{94158FBD-676B-4571-AB27-C4021CF78312}" srcOrd="0" destOrd="0" presId="urn:microsoft.com/office/officeart/2005/8/layout/StepDownProcess"/>
    <dgm:cxn modelId="{0FEA487A-DEA7-43C0-9D5A-E48065FDAE99}" type="presParOf" srcId="{784EC977-019A-4103-8118-22EC149F0E48}" destId="{D8994483-71C5-4013-ACFD-FB9A5A5DF17D}" srcOrd="1" destOrd="0" presId="urn:microsoft.com/office/officeart/2005/8/layout/StepDownProcess"/>
    <dgm:cxn modelId="{DAB37650-8971-4760-A342-7549443D473B}" type="presParOf" srcId="{784EC977-019A-4103-8118-22EC149F0E48}" destId="{B4AADDA9-6E69-447F-BBCF-ED19B12B92E0}" srcOrd="2" destOrd="0" presId="urn:microsoft.com/office/officeart/2005/8/layout/StepDownProcess"/>
    <dgm:cxn modelId="{C43482D7-05C6-4308-806B-27C6FCACD392}" type="presParOf" srcId="{1B566809-9EBC-4475-906D-71EBFF743E31}" destId="{1A5D3C64-C424-4D07-9636-8BD6B064CD80}" srcOrd="3" destOrd="0" presId="urn:microsoft.com/office/officeart/2005/8/layout/StepDownProcess"/>
    <dgm:cxn modelId="{30BBAAFB-B904-412F-82E4-5E708CF1647D}" type="presParOf" srcId="{1B566809-9EBC-4475-906D-71EBFF743E31}" destId="{E4BDEB96-F881-4EA0-80CD-EB98E6540A38}" srcOrd="4" destOrd="0" presId="urn:microsoft.com/office/officeart/2005/8/layout/StepDownProcess"/>
    <dgm:cxn modelId="{AE4B7D6F-C99C-400A-9934-73BC581E06D2}" type="presParOf" srcId="{E4BDEB96-F881-4EA0-80CD-EB98E6540A38}" destId="{00C3ECC1-7F13-4387-8678-BFA489D475A7}" srcOrd="0" destOrd="0" presId="urn:microsoft.com/office/officeart/2005/8/layout/StepDownProcess"/>
    <dgm:cxn modelId="{4E623A74-E273-40C4-80D2-DBC5D64F08A1}" type="presParOf" srcId="{E4BDEB96-F881-4EA0-80CD-EB98E6540A38}" destId="{DD2775B1-0561-4E04-9172-B57466BDA044}" srcOrd="1" destOrd="0" presId="urn:microsoft.com/office/officeart/2005/8/layout/StepDownProcess"/>
    <dgm:cxn modelId="{1DB37E2D-A9B7-460A-B42D-FE65F08D5233}" type="presParOf" srcId="{E4BDEB96-F881-4EA0-80CD-EB98E6540A38}" destId="{0B09A344-B785-440A-B3AD-6344CE193A13}" srcOrd="2" destOrd="0" presId="urn:microsoft.com/office/officeart/2005/8/layout/StepDownProcess"/>
    <dgm:cxn modelId="{C0826703-8504-4A18-B5EA-5D8DE29D8C48}" type="presParOf" srcId="{1B566809-9EBC-4475-906D-71EBFF743E31}" destId="{3A3A4947-E1FA-43B4-9846-F86BE9F77FAE}" srcOrd="5" destOrd="0" presId="urn:microsoft.com/office/officeart/2005/8/layout/StepDownProcess"/>
    <dgm:cxn modelId="{3DB1BAD9-A687-4455-AFA1-96283D96EF0D}" type="presParOf" srcId="{1B566809-9EBC-4475-906D-71EBFF743E31}" destId="{4E4CBA80-1080-46B1-8D37-DAC665EF4F53}" srcOrd="6" destOrd="0" presId="urn:microsoft.com/office/officeart/2005/8/layout/StepDownProcess"/>
    <dgm:cxn modelId="{8C5E99CD-84FF-404D-9BEC-52BE8ED68586}" type="presParOf" srcId="{4E4CBA80-1080-46B1-8D37-DAC665EF4F53}" destId="{D5A7EB12-D163-45E0-8C1E-78A70BB47E64}" srcOrd="0" destOrd="0" presId="urn:microsoft.com/office/officeart/2005/8/layout/StepDownProcess"/>
    <dgm:cxn modelId="{5371995E-BACF-462E-8678-059E53ED9C1C}" type="presParOf" srcId="{4E4CBA80-1080-46B1-8D37-DAC665EF4F53}" destId="{49EFD4AE-9EEB-4F90-BC91-52A003B3B3BE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35B6D4-A2F0-4B43-98CD-E27336D7A8F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AC37951-FBB1-424F-AAC1-670355A540DD}">
      <dgm:prSet phldrT="[Texto]"/>
      <dgm:spPr/>
      <dgm:t>
        <a:bodyPr/>
        <a:lstStyle/>
        <a:p>
          <a:r>
            <a:rPr lang="en-US" dirty="0"/>
            <a:t>Analyze Memory Usage</a:t>
          </a:r>
          <a:endParaRPr lang="es-CO" dirty="0"/>
        </a:p>
      </dgm:t>
    </dgm:pt>
    <dgm:pt modelId="{2F137B74-1621-4E3F-8ED4-DF041E8E2A6C}" type="parTrans" cxnId="{92B46268-7198-4B36-B610-9229DBA588B5}">
      <dgm:prSet/>
      <dgm:spPr/>
      <dgm:t>
        <a:bodyPr/>
        <a:lstStyle/>
        <a:p>
          <a:endParaRPr lang="es-CO"/>
        </a:p>
      </dgm:t>
    </dgm:pt>
    <dgm:pt modelId="{164FED4A-0FFC-40A3-8F50-61FA0347E20E}" type="sibTrans" cxnId="{92B46268-7198-4B36-B610-9229DBA588B5}">
      <dgm:prSet/>
      <dgm:spPr/>
      <dgm:t>
        <a:bodyPr/>
        <a:lstStyle/>
        <a:p>
          <a:endParaRPr lang="es-CO"/>
        </a:p>
      </dgm:t>
    </dgm:pt>
    <dgm:pt modelId="{7396DA3C-A262-4927-936F-175F6D93E34F}">
      <dgm:prSet phldrT="[Texto]"/>
      <dgm:spPr/>
      <dgm:t>
        <a:bodyPr/>
        <a:lstStyle/>
        <a:p>
          <a:pPr>
            <a:buNone/>
          </a:pPr>
          <a:r>
            <a:rPr lang="en-US" dirty="0"/>
            <a:t>Analyze memory requirements according to data structures</a:t>
          </a:r>
          <a:endParaRPr lang="es-CO" dirty="0"/>
        </a:p>
      </dgm:t>
    </dgm:pt>
    <dgm:pt modelId="{3A6E76DB-D629-44AA-A284-5AA265EF4ABB}" type="parTrans" cxnId="{934C9B45-2E49-46A4-AB47-5208D83D5E6F}">
      <dgm:prSet/>
      <dgm:spPr/>
      <dgm:t>
        <a:bodyPr/>
        <a:lstStyle/>
        <a:p>
          <a:endParaRPr lang="es-CO"/>
        </a:p>
      </dgm:t>
    </dgm:pt>
    <dgm:pt modelId="{65103C4D-F73C-4AB9-BCE5-50948A80DCEC}" type="sibTrans" cxnId="{934C9B45-2E49-46A4-AB47-5208D83D5E6F}">
      <dgm:prSet/>
      <dgm:spPr/>
      <dgm:t>
        <a:bodyPr/>
        <a:lstStyle/>
        <a:p>
          <a:endParaRPr lang="es-CO"/>
        </a:p>
      </dgm:t>
    </dgm:pt>
    <dgm:pt modelId="{2519E54A-0D34-47F7-A730-8779F328CD80}">
      <dgm:prSet phldrT="[Texto]"/>
      <dgm:spPr/>
      <dgm:t>
        <a:bodyPr/>
        <a:lstStyle/>
        <a:p>
          <a:r>
            <a:rPr lang="en-US" dirty="0"/>
            <a:t>Express Spatial Complexity</a:t>
          </a:r>
          <a:endParaRPr lang="es-CO" dirty="0"/>
        </a:p>
      </dgm:t>
    </dgm:pt>
    <dgm:pt modelId="{06A7928B-0E32-488C-945A-613EEBDB9213}" type="parTrans" cxnId="{FDAD589F-D38A-4AD4-B861-730F8201553D}">
      <dgm:prSet/>
      <dgm:spPr/>
      <dgm:t>
        <a:bodyPr/>
        <a:lstStyle/>
        <a:p>
          <a:endParaRPr lang="es-CO"/>
        </a:p>
      </dgm:t>
    </dgm:pt>
    <dgm:pt modelId="{78C7F304-A2B8-4A62-B6F1-5B86011DEFAD}" type="sibTrans" cxnId="{FDAD589F-D38A-4AD4-B861-730F8201553D}">
      <dgm:prSet/>
      <dgm:spPr/>
      <dgm:t>
        <a:bodyPr/>
        <a:lstStyle/>
        <a:p>
          <a:endParaRPr lang="es-CO"/>
        </a:p>
      </dgm:t>
    </dgm:pt>
    <dgm:pt modelId="{F623952D-B8A7-49E2-BEDB-924016C10D9F}">
      <dgm:prSet phldrT="[Texto]"/>
      <dgm:spPr>
        <a:blipFill>
          <a:blip xmlns:r="http://schemas.openxmlformats.org/officeDocument/2006/relationships" r:embed="rId1"/>
          <a:stretch>
            <a:fillRect l="-1737"/>
          </a:stretch>
        </a:blipFill>
      </dgm:spPr>
      <dgm:t>
        <a:bodyPr/>
        <a:lstStyle/>
        <a:p>
          <a:r>
            <a:rPr lang="es-CO">
              <a:noFill/>
            </a:rPr>
            <a:t> </a:t>
          </a:r>
        </a:p>
      </dgm:t>
    </dgm:pt>
    <dgm:pt modelId="{3BFF5664-7FAB-462A-B53E-F3E36432A0AC}" type="parTrans" cxnId="{075B844E-6428-42EA-B2B7-3B6B7093CB44}">
      <dgm:prSet/>
      <dgm:spPr/>
      <dgm:t>
        <a:bodyPr/>
        <a:lstStyle/>
        <a:p>
          <a:endParaRPr lang="es-CO"/>
        </a:p>
      </dgm:t>
    </dgm:pt>
    <dgm:pt modelId="{82E62CC4-CC08-4D3E-94E3-3097C5C8713E}" type="sibTrans" cxnId="{075B844E-6428-42EA-B2B7-3B6B7093CB44}">
      <dgm:prSet/>
      <dgm:spPr/>
      <dgm:t>
        <a:bodyPr/>
        <a:lstStyle/>
        <a:p>
          <a:endParaRPr lang="es-CO"/>
        </a:p>
      </dgm:t>
    </dgm:pt>
    <dgm:pt modelId="{4D00FDAA-E70C-4F90-9E0D-D27DC3F8E8EE}">
      <dgm:prSet phldrT="[Texto]"/>
      <dgm:spPr/>
      <dgm:t>
        <a:bodyPr/>
        <a:lstStyle/>
        <a:p>
          <a:r>
            <a:rPr lang="en-US" dirty="0"/>
            <a:t>Verify and refine</a:t>
          </a:r>
          <a:endParaRPr lang="es-CO" dirty="0"/>
        </a:p>
      </dgm:t>
    </dgm:pt>
    <dgm:pt modelId="{E3B5FE75-1ACE-486E-837A-2981F67802EB}" type="parTrans" cxnId="{7FF2B76A-244C-44C8-835E-8051ED8D6AD8}">
      <dgm:prSet/>
      <dgm:spPr/>
      <dgm:t>
        <a:bodyPr/>
        <a:lstStyle/>
        <a:p>
          <a:endParaRPr lang="es-CO"/>
        </a:p>
      </dgm:t>
    </dgm:pt>
    <dgm:pt modelId="{1F7C7D02-D6F2-4515-B5C1-D700497B16C6}" type="sibTrans" cxnId="{7FF2B76A-244C-44C8-835E-8051ED8D6AD8}">
      <dgm:prSet/>
      <dgm:spPr/>
      <dgm:t>
        <a:bodyPr/>
        <a:lstStyle/>
        <a:p>
          <a:endParaRPr lang="es-CO"/>
        </a:p>
      </dgm:t>
    </dgm:pt>
    <dgm:pt modelId="{8E40E470-EBFD-4513-896B-26F599B0D18B}">
      <dgm:prSet phldrT="[Texto]"/>
      <dgm:spPr/>
      <dgm:t>
        <a:bodyPr/>
        <a:lstStyle/>
        <a:p>
          <a:pPr>
            <a:buNone/>
          </a:pPr>
          <a:r>
            <a:rPr lang="en-US" dirty="0"/>
            <a:t>Test with different input sizes: measure the actual runtime and memory usage</a:t>
          </a:r>
          <a:endParaRPr lang="es-CO" dirty="0"/>
        </a:p>
      </dgm:t>
    </dgm:pt>
    <dgm:pt modelId="{5BE79157-D7F6-4C76-9B3E-28B626399D70}" type="parTrans" cxnId="{6086C738-96C5-4912-950D-B27942FC8DBD}">
      <dgm:prSet/>
      <dgm:spPr/>
      <dgm:t>
        <a:bodyPr/>
        <a:lstStyle/>
        <a:p>
          <a:endParaRPr lang="es-CO"/>
        </a:p>
      </dgm:t>
    </dgm:pt>
    <dgm:pt modelId="{B0B20F4C-5ED0-4B4D-8491-4BBE2FCA9FB9}" type="sibTrans" cxnId="{6086C738-96C5-4912-950D-B27942FC8DBD}">
      <dgm:prSet/>
      <dgm:spPr/>
      <dgm:t>
        <a:bodyPr/>
        <a:lstStyle/>
        <a:p>
          <a:endParaRPr lang="es-CO"/>
        </a:p>
      </dgm:t>
    </dgm:pt>
    <dgm:pt modelId="{3891BBD9-A6E0-4E47-B635-05AB1DB6FC9D}">
      <dgm:prSet/>
      <dgm:spPr/>
      <dgm:t>
        <a:bodyPr/>
        <a:lstStyle/>
        <a:p>
          <a:r>
            <a:rPr lang="en-US" dirty="0"/>
            <a:t>Consider Best, Worst, and Average Cases</a:t>
          </a:r>
          <a:endParaRPr lang="es-CO" dirty="0"/>
        </a:p>
      </dgm:t>
    </dgm:pt>
    <dgm:pt modelId="{CA46007F-5639-4D5C-B103-134123E4C037}" type="parTrans" cxnId="{D17203D4-B5EF-45E1-BB4C-9634CA875897}">
      <dgm:prSet/>
      <dgm:spPr/>
      <dgm:t>
        <a:bodyPr/>
        <a:lstStyle/>
        <a:p>
          <a:endParaRPr lang="es-CO"/>
        </a:p>
      </dgm:t>
    </dgm:pt>
    <dgm:pt modelId="{5FA4164B-877D-4981-9701-B69108BFB637}" type="sibTrans" cxnId="{D17203D4-B5EF-45E1-BB4C-9634CA875897}">
      <dgm:prSet/>
      <dgm:spPr/>
      <dgm:t>
        <a:bodyPr/>
        <a:lstStyle/>
        <a:p>
          <a:endParaRPr lang="es-CO"/>
        </a:p>
      </dgm:t>
    </dgm:pt>
    <dgm:pt modelId="{6845A1BA-AE74-4597-818C-B815BF2097A6}">
      <dgm:prSet/>
      <dgm:spPr/>
      <dgm:t>
        <a:bodyPr/>
        <a:lstStyle/>
        <a:p>
          <a:pPr>
            <a:buNone/>
          </a:pPr>
          <a:r>
            <a:rPr lang="es-ES" dirty="0" err="1"/>
            <a:t>Consider</a:t>
          </a:r>
          <a:r>
            <a:rPr lang="es-ES" dirty="0"/>
            <a:t> </a:t>
          </a:r>
          <a:r>
            <a:rPr lang="es-ES" dirty="0" err="1"/>
            <a:t>them</a:t>
          </a:r>
          <a:r>
            <a:rPr lang="es-ES" dirty="0"/>
            <a:t> </a:t>
          </a:r>
          <a:r>
            <a:rPr lang="es-ES" dirty="0" err="1"/>
            <a:t>separately</a:t>
          </a:r>
          <a:endParaRPr lang="es-CO" dirty="0"/>
        </a:p>
      </dgm:t>
    </dgm:pt>
    <dgm:pt modelId="{676F1FA6-6823-409E-A9D4-494EBAC8C119}" type="parTrans" cxnId="{3CD26D3F-9C4B-4C79-A0BA-C2A451D2414D}">
      <dgm:prSet/>
      <dgm:spPr/>
      <dgm:t>
        <a:bodyPr/>
        <a:lstStyle/>
        <a:p>
          <a:endParaRPr lang="es-CO"/>
        </a:p>
      </dgm:t>
    </dgm:pt>
    <dgm:pt modelId="{364B6344-FA92-47BB-AF82-BDC4CD894666}" type="sibTrans" cxnId="{3CD26D3F-9C4B-4C79-A0BA-C2A451D2414D}">
      <dgm:prSet/>
      <dgm:spPr/>
      <dgm:t>
        <a:bodyPr/>
        <a:lstStyle/>
        <a:p>
          <a:endParaRPr lang="es-CO"/>
        </a:p>
      </dgm:t>
    </dgm:pt>
    <dgm:pt modelId="{1B566809-9EBC-4475-906D-71EBFF743E31}" type="pres">
      <dgm:prSet presAssocID="{F735B6D4-A2F0-4B43-98CD-E27336D7A8F3}" presName="rootnode" presStyleCnt="0">
        <dgm:presLayoutVars>
          <dgm:chMax/>
          <dgm:chPref/>
          <dgm:dir/>
          <dgm:animLvl val="lvl"/>
        </dgm:presLayoutVars>
      </dgm:prSet>
      <dgm:spPr/>
    </dgm:pt>
    <dgm:pt modelId="{09F60502-424E-45A1-B8C5-42AE97C0B20F}" type="pres">
      <dgm:prSet presAssocID="{2AC37951-FBB1-424F-AAC1-670355A540DD}" presName="composite" presStyleCnt="0"/>
      <dgm:spPr/>
    </dgm:pt>
    <dgm:pt modelId="{4D713EF0-3B18-460E-95A1-4E7F43591BFA}" type="pres">
      <dgm:prSet presAssocID="{2AC37951-FBB1-424F-AAC1-670355A540DD}" presName="bentUpArrow1" presStyleLbl="alignImgPlace1" presStyleIdx="0" presStyleCnt="3"/>
      <dgm:spPr/>
    </dgm:pt>
    <dgm:pt modelId="{AFC80FAB-D8AA-4947-88FA-69B7C635EC5E}" type="pres">
      <dgm:prSet presAssocID="{2AC37951-FBB1-424F-AAC1-670355A540DD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84119B3-AEFA-44E5-A27F-1E44CF1A7906}" type="pres">
      <dgm:prSet presAssocID="{2AC37951-FBB1-424F-AAC1-670355A540DD}" presName="ChildText" presStyleLbl="revTx" presStyleIdx="0" presStyleCnt="4" custScaleX="181916" custLinFactNeighborX="39131">
        <dgm:presLayoutVars>
          <dgm:chMax val="0"/>
          <dgm:chPref val="0"/>
          <dgm:bulletEnabled val="1"/>
        </dgm:presLayoutVars>
      </dgm:prSet>
      <dgm:spPr/>
    </dgm:pt>
    <dgm:pt modelId="{89FDE0B3-610A-4165-9C25-AD5E605EB742}" type="pres">
      <dgm:prSet presAssocID="{164FED4A-0FFC-40A3-8F50-61FA0347E20E}" presName="sibTrans" presStyleCnt="0"/>
      <dgm:spPr/>
    </dgm:pt>
    <dgm:pt modelId="{784EC977-019A-4103-8118-22EC149F0E48}" type="pres">
      <dgm:prSet presAssocID="{2519E54A-0D34-47F7-A730-8779F328CD80}" presName="composite" presStyleCnt="0"/>
      <dgm:spPr/>
    </dgm:pt>
    <dgm:pt modelId="{94158FBD-676B-4571-AB27-C4021CF78312}" type="pres">
      <dgm:prSet presAssocID="{2519E54A-0D34-47F7-A730-8779F328CD80}" presName="bentUpArrow1" presStyleLbl="alignImgPlace1" presStyleIdx="1" presStyleCnt="3"/>
      <dgm:spPr/>
    </dgm:pt>
    <dgm:pt modelId="{D8994483-71C5-4013-ACFD-FB9A5A5DF17D}" type="pres">
      <dgm:prSet presAssocID="{2519E54A-0D34-47F7-A730-8779F328CD80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B4AADDA9-6E69-447F-BBCF-ED19B12B92E0}" type="pres">
      <dgm:prSet presAssocID="{2519E54A-0D34-47F7-A730-8779F328CD80}" presName="ChildText" presStyleLbl="revTx" presStyleIdx="1" presStyleCnt="4" custScaleX="205697" custLinFactNeighborX="53114">
        <dgm:presLayoutVars>
          <dgm:chMax val="0"/>
          <dgm:chPref val="0"/>
          <dgm:bulletEnabled val="1"/>
        </dgm:presLayoutVars>
      </dgm:prSet>
      <dgm:spPr/>
    </dgm:pt>
    <dgm:pt modelId="{1A5D3C64-C424-4D07-9636-8BD6B064CD80}" type="pres">
      <dgm:prSet presAssocID="{78C7F304-A2B8-4A62-B6F1-5B86011DEFAD}" presName="sibTrans" presStyleCnt="0"/>
      <dgm:spPr/>
    </dgm:pt>
    <dgm:pt modelId="{E4BDEB96-F881-4EA0-80CD-EB98E6540A38}" type="pres">
      <dgm:prSet presAssocID="{4D00FDAA-E70C-4F90-9E0D-D27DC3F8E8EE}" presName="composite" presStyleCnt="0"/>
      <dgm:spPr/>
    </dgm:pt>
    <dgm:pt modelId="{00C3ECC1-7F13-4387-8678-BFA489D475A7}" type="pres">
      <dgm:prSet presAssocID="{4D00FDAA-E70C-4F90-9E0D-D27DC3F8E8EE}" presName="bentUpArrow1" presStyleLbl="alignImgPlace1" presStyleIdx="2" presStyleCnt="3"/>
      <dgm:spPr/>
    </dgm:pt>
    <dgm:pt modelId="{DD2775B1-0561-4E04-9172-B57466BDA044}" type="pres">
      <dgm:prSet presAssocID="{4D00FDAA-E70C-4F90-9E0D-D27DC3F8E8EE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0B09A344-B785-440A-B3AD-6344CE193A13}" type="pres">
      <dgm:prSet presAssocID="{4D00FDAA-E70C-4F90-9E0D-D27DC3F8E8EE}" presName="ChildText" presStyleLbl="revTx" presStyleIdx="2" presStyleCnt="4" custScaleX="187698" custLinFactNeighborX="42272">
        <dgm:presLayoutVars>
          <dgm:chMax val="0"/>
          <dgm:chPref val="0"/>
          <dgm:bulletEnabled val="1"/>
        </dgm:presLayoutVars>
      </dgm:prSet>
      <dgm:spPr/>
    </dgm:pt>
    <dgm:pt modelId="{3A3A4947-E1FA-43B4-9846-F86BE9F77FAE}" type="pres">
      <dgm:prSet presAssocID="{1F7C7D02-D6F2-4515-B5C1-D700497B16C6}" presName="sibTrans" presStyleCnt="0"/>
      <dgm:spPr/>
    </dgm:pt>
    <dgm:pt modelId="{4E4CBA80-1080-46B1-8D37-DAC665EF4F53}" type="pres">
      <dgm:prSet presAssocID="{3891BBD9-A6E0-4E47-B635-05AB1DB6FC9D}" presName="composite" presStyleCnt="0"/>
      <dgm:spPr/>
    </dgm:pt>
    <dgm:pt modelId="{D5A7EB12-D163-45E0-8C1E-78A70BB47E64}" type="pres">
      <dgm:prSet presAssocID="{3891BBD9-A6E0-4E47-B635-05AB1DB6FC9D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49EFD4AE-9EEB-4F90-BC91-52A003B3B3BE}" type="pres">
      <dgm:prSet presAssocID="{3891BBD9-A6E0-4E47-B635-05AB1DB6FC9D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7C95302-16EA-44E7-91D3-CF1A306D1E99}" type="presOf" srcId="{F735B6D4-A2F0-4B43-98CD-E27336D7A8F3}" destId="{1B566809-9EBC-4475-906D-71EBFF743E31}" srcOrd="0" destOrd="0" presId="urn:microsoft.com/office/officeart/2005/8/layout/StepDownProcess"/>
    <dgm:cxn modelId="{9A98DB1F-B9A7-4D43-9305-699E208D3CC1}" type="presOf" srcId="{3891BBD9-A6E0-4E47-B635-05AB1DB6FC9D}" destId="{D5A7EB12-D163-45E0-8C1E-78A70BB47E64}" srcOrd="0" destOrd="0" presId="urn:microsoft.com/office/officeart/2005/8/layout/StepDownProcess"/>
    <dgm:cxn modelId="{6086C738-96C5-4912-950D-B27942FC8DBD}" srcId="{4D00FDAA-E70C-4F90-9E0D-D27DC3F8E8EE}" destId="{8E40E470-EBFD-4513-896B-26F599B0D18B}" srcOrd="0" destOrd="0" parTransId="{5BE79157-D7F6-4C76-9B3E-28B626399D70}" sibTransId="{B0B20F4C-5ED0-4B4D-8491-4BBE2FCA9FB9}"/>
    <dgm:cxn modelId="{3CD26D3F-9C4B-4C79-A0BA-C2A451D2414D}" srcId="{3891BBD9-A6E0-4E47-B635-05AB1DB6FC9D}" destId="{6845A1BA-AE74-4597-818C-B815BF2097A6}" srcOrd="0" destOrd="0" parTransId="{676F1FA6-6823-409E-A9D4-494EBAC8C119}" sibTransId="{364B6344-FA92-47BB-AF82-BDC4CD894666}"/>
    <dgm:cxn modelId="{84DC8D45-DA08-4A66-8A0D-6FBD82CFEFAB}" type="presOf" srcId="{2519E54A-0D34-47F7-A730-8779F328CD80}" destId="{D8994483-71C5-4013-ACFD-FB9A5A5DF17D}" srcOrd="0" destOrd="0" presId="urn:microsoft.com/office/officeart/2005/8/layout/StepDownProcess"/>
    <dgm:cxn modelId="{934C9B45-2E49-46A4-AB47-5208D83D5E6F}" srcId="{2AC37951-FBB1-424F-AAC1-670355A540DD}" destId="{7396DA3C-A262-4927-936F-175F6D93E34F}" srcOrd="0" destOrd="0" parTransId="{3A6E76DB-D629-44AA-A284-5AA265EF4ABB}" sibTransId="{65103C4D-F73C-4AB9-BCE5-50948A80DCEC}"/>
    <dgm:cxn modelId="{92B46268-7198-4B36-B610-9229DBA588B5}" srcId="{F735B6D4-A2F0-4B43-98CD-E27336D7A8F3}" destId="{2AC37951-FBB1-424F-AAC1-670355A540DD}" srcOrd="0" destOrd="0" parTransId="{2F137B74-1621-4E3F-8ED4-DF041E8E2A6C}" sibTransId="{164FED4A-0FFC-40A3-8F50-61FA0347E20E}"/>
    <dgm:cxn modelId="{7FF2B76A-244C-44C8-835E-8051ED8D6AD8}" srcId="{F735B6D4-A2F0-4B43-98CD-E27336D7A8F3}" destId="{4D00FDAA-E70C-4F90-9E0D-D27DC3F8E8EE}" srcOrd="2" destOrd="0" parTransId="{E3B5FE75-1ACE-486E-837A-2981F67802EB}" sibTransId="{1F7C7D02-D6F2-4515-B5C1-D700497B16C6}"/>
    <dgm:cxn modelId="{075B844E-6428-42EA-B2B7-3B6B7093CB44}" srcId="{2519E54A-0D34-47F7-A730-8779F328CD80}" destId="{F623952D-B8A7-49E2-BEDB-924016C10D9F}" srcOrd="0" destOrd="0" parTransId="{3BFF5664-7FAB-462A-B53E-F3E36432A0AC}" sibTransId="{82E62CC4-CC08-4D3E-94E3-3097C5C8713E}"/>
    <dgm:cxn modelId="{49863F72-55DE-41B7-BD2D-F8A5630F885E}" type="presOf" srcId="{8E40E470-EBFD-4513-896B-26F599B0D18B}" destId="{0B09A344-B785-440A-B3AD-6344CE193A13}" srcOrd="0" destOrd="0" presId="urn:microsoft.com/office/officeart/2005/8/layout/StepDownProcess"/>
    <dgm:cxn modelId="{4236607A-C5F8-484E-87B7-00DB37BC0EB7}" type="presOf" srcId="{F623952D-B8A7-49E2-BEDB-924016C10D9F}" destId="{B4AADDA9-6E69-447F-BBCF-ED19B12B92E0}" srcOrd="0" destOrd="0" presId="urn:microsoft.com/office/officeart/2005/8/layout/StepDownProcess"/>
    <dgm:cxn modelId="{FDAD589F-D38A-4AD4-B861-730F8201553D}" srcId="{F735B6D4-A2F0-4B43-98CD-E27336D7A8F3}" destId="{2519E54A-0D34-47F7-A730-8779F328CD80}" srcOrd="1" destOrd="0" parTransId="{06A7928B-0E32-488C-945A-613EEBDB9213}" sibTransId="{78C7F304-A2B8-4A62-B6F1-5B86011DEFAD}"/>
    <dgm:cxn modelId="{11B32EA0-E6FC-44F3-9BF8-E8FB204D393A}" type="presOf" srcId="{6845A1BA-AE74-4597-818C-B815BF2097A6}" destId="{49EFD4AE-9EEB-4F90-BC91-52A003B3B3BE}" srcOrd="0" destOrd="0" presId="urn:microsoft.com/office/officeart/2005/8/layout/StepDownProcess"/>
    <dgm:cxn modelId="{2A4153D1-8348-460C-986B-453807B20C82}" type="presOf" srcId="{7396DA3C-A262-4927-936F-175F6D93E34F}" destId="{084119B3-AEFA-44E5-A27F-1E44CF1A7906}" srcOrd="0" destOrd="0" presId="urn:microsoft.com/office/officeart/2005/8/layout/StepDownProcess"/>
    <dgm:cxn modelId="{D17203D4-B5EF-45E1-BB4C-9634CA875897}" srcId="{F735B6D4-A2F0-4B43-98CD-E27336D7A8F3}" destId="{3891BBD9-A6E0-4E47-B635-05AB1DB6FC9D}" srcOrd="3" destOrd="0" parTransId="{CA46007F-5639-4D5C-B103-134123E4C037}" sibTransId="{5FA4164B-877D-4981-9701-B69108BFB637}"/>
    <dgm:cxn modelId="{586A2BD4-D216-41BD-A484-3C8886C6C116}" type="presOf" srcId="{2AC37951-FBB1-424F-AAC1-670355A540DD}" destId="{AFC80FAB-D8AA-4947-88FA-69B7C635EC5E}" srcOrd="0" destOrd="0" presId="urn:microsoft.com/office/officeart/2005/8/layout/StepDownProcess"/>
    <dgm:cxn modelId="{CF271AFE-2B76-41EB-9FAF-F424E57033D0}" type="presOf" srcId="{4D00FDAA-E70C-4F90-9E0D-D27DC3F8E8EE}" destId="{DD2775B1-0561-4E04-9172-B57466BDA044}" srcOrd="0" destOrd="0" presId="urn:microsoft.com/office/officeart/2005/8/layout/StepDownProcess"/>
    <dgm:cxn modelId="{C78A2C1A-F976-4A69-A7CA-65764B43EBA6}" type="presParOf" srcId="{1B566809-9EBC-4475-906D-71EBFF743E31}" destId="{09F60502-424E-45A1-B8C5-42AE97C0B20F}" srcOrd="0" destOrd="0" presId="urn:microsoft.com/office/officeart/2005/8/layout/StepDownProcess"/>
    <dgm:cxn modelId="{2609EE63-ED0E-4342-B521-967BC345A948}" type="presParOf" srcId="{09F60502-424E-45A1-B8C5-42AE97C0B20F}" destId="{4D713EF0-3B18-460E-95A1-4E7F43591BFA}" srcOrd="0" destOrd="0" presId="urn:microsoft.com/office/officeart/2005/8/layout/StepDownProcess"/>
    <dgm:cxn modelId="{3D986E83-46E6-4E40-B066-B23F61C8BAA2}" type="presParOf" srcId="{09F60502-424E-45A1-B8C5-42AE97C0B20F}" destId="{AFC80FAB-D8AA-4947-88FA-69B7C635EC5E}" srcOrd="1" destOrd="0" presId="urn:microsoft.com/office/officeart/2005/8/layout/StepDownProcess"/>
    <dgm:cxn modelId="{4E2CDF5E-10FA-4E8A-86AA-A203A84334D8}" type="presParOf" srcId="{09F60502-424E-45A1-B8C5-42AE97C0B20F}" destId="{084119B3-AEFA-44E5-A27F-1E44CF1A7906}" srcOrd="2" destOrd="0" presId="urn:microsoft.com/office/officeart/2005/8/layout/StepDownProcess"/>
    <dgm:cxn modelId="{6FC1F2B4-88F9-45E0-A3E7-BE9154519B54}" type="presParOf" srcId="{1B566809-9EBC-4475-906D-71EBFF743E31}" destId="{89FDE0B3-610A-4165-9C25-AD5E605EB742}" srcOrd="1" destOrd="0" presId="urn:microsoft.com/office/officeart/2005/8/layout/StepDownProcess"/>
    <dgm:cxn modelId="{9BF92F4C-7EC9-45AA-B334-B681E2208300}" type="presParOf" srcId="{1B566809-9EBC-4475-906D-71EBFF743E31}" destId="{784EC977-019A-4103-8118-22EC149F0E48}" srcOrd="2" destOrd="0" presId="urn:microsoft.com/office/officeart/2005/8/layout/StepDownProcess"/>
    <dgm:cxn modelId="{A02804F8-0DDC-4A1E-9ECE-1BC8FF53FE0D}" type="presParOf" srcId="{784EC977-019A-4103-8118-22EC149F0E48}" destId="{94158FBD-676B-4571-AB27-C4021CF78312}" srcOrd="0" destOrd="0" presId="urn:microsoft.com/office/officeart/2005/8/layout/StepDownProcess"/>
    <dgm:cxn modelId="{0FEA487A-DEA7-43C0-9D5A-E48065FDAE99}" type="presParOf" srcId="{784EC977-019A-4103-8118-22EC149F0E48}" destId="{D8994483-71C5-4013-ACFD-FB9A5A5DF17D}" srcOrd="1" destOrd="0" presId="urn:microsoft.com/office/officeart/2005/8/layout/StepDownProcess"/>
    <dgm:cxn modelId="{DAB37650-8971-4760-A342-7549443D473B}" type="presParOf" srcId="{784EC977-019A-4103-8118-22EC149F0E48}" destId="{B4AADDA9-6E69-447F-BBCF-ED19B12B92E0}" srcOrd="2" destOrd="0" presId="urn:microsoft.com/office/officeart/2005/8/layout/StepDownProcess"/>
    <dgm:cxn modelId="{C43482D7-05C6-4308-806B-27C6FCACD392}" type="presParOf" srcId="{1B566809-9EBC-4475-906D-71EBFF743E31}" destId="{1A5D3C64-C424-4D07-9636-8BD6B064CD80}" srcOrd="3" destOrd="0" presId="urn:microsoft.com/office/officeart/2005/8/layout/StepDownProcess"/>
    <dgm:cxn modelId="{30BBAAFB-B904-412F-82E4-5E708CF1647D}" type="presParOf" srcId="{1B566809-9EBC-4475-906D-71EBFF743E31}" destId="{E4BDEB96-F881-4EA0-80CD-EB98E6540A38}" srcOrd="4" destOrd="0" presId="urn:microsoft.com/office/officeart/2005/8/layout/StepDownProcess"/>
    <dgm:cxn modelId="{AE4B7D6F-C99C-400A-9934-73BC581E06D2}" type="presParOf" srcId="{E4BDEB96-F881-4EA0-80CD-EB98E6540A38}" destId="{00C3ECC1-7F13-4387-8678-BFA489D475A7}" srcOrd="0" destOrd="0" presId="urn:microsoft.com/office/officeart/2005/8/layout/StepDownProcess"/>
    <dgm:cxn modelId="{4E623A74-E273-40C4-80D2-DBC5D64F08A1}" type="presParOf" srcId="{E4BDEB96-F881-4EA0-80CD-EB98E6540A38}" destId="{DD2775B1-0561-4E04-9172-B57466BDA044}" srcOrd="1" destOrd="0" presId="urn:microsoft.com/office/officeart/2005/8/layout/StepDownProcess"/>
    <dgm:cxn modelId="{1DB37E2D-A9B7-460A-B42D-FE65F08D5233}" type="presParOf" srcId="{E4BDEB96-F881-4EA0-80CD-EB98E6540A38}" destId="{0B09A344-B785-440A-B3AD-6344CE193A13}" srcOrd="2" destOrd="0" presId="urn:microsoft.com/office/officeart/2005/8/layout/StepDownProcess"/>
    <dgm:cxn modelId="{C0826703-8504-4A18-B5EA-5D8DE29D8C48}" type="presParOf" srcId="{1B566809-9EBC-4475-906D-71EBFF743E31}" destId="{3A3A4947-E1FA-43B4-9846-F86BE9F77FAE}" srcOrd="5" destOrd="0" presId="urn:microsoft.com/office/officeart/2005/8/layout/StepDownProcess"/>
    <dgm:cxn modelId="{3DB1BAD9-A687-4455-AFA1-96283D96EF0D}" type="presParOf" srcId="{1B566809-9EBC-4475-906D-71EBFF743E31}" destId="{4E4CBA80-1080-46B1-8D37-DAC665EF4F53}" srcOrd="6" destOrd="0" presId="urn:microsoft.com/office/officeart/2005/8/layout/StepDownProcess"/>
    <dgm:cxn modelId="{8C5E99CD-84FF-404D-9BEC-52BE8ED68586}" type="presParOf" srcId="{4E4CBA80-1080-46B1-8D37-DAC665EF4F53}" destId="{D5A7EB12-D163-45E0-8C1E-78A70BB47E64}" srcOrd="0" destOrd="0" presId="urn:microsoft.com/office/officeart/2005/8/layout/StepDownProcess"/>
    <dgm:cxn modelId="{5371995E-BACF-462E-8678-059E53ED9C1C}" type="presParOf" srcId="{4E4CBA80-1080-46B1-8D37-DAC665EF4F53}" destId="{49EFD4AE-9EEB-4F90-BC91-52A003B3B3BE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13EF0-3B18-460E-95A1-4E7F43591BFA}">
      <dsp:nvSpPr>
        <dsp:cNvPr id="0" name=""/>
        <dsp:cNvSpPr/>
      </dsp:nvSpPr>
      <dsp:spPr>
        <a:xfrm rot="5400000">
          <a:off x="693572" y="890641"/>
          <a:ext cx="775111" cy="8824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80FAB-D8AA-4947-88FA-69B7C635EC5E}">
      <dsp:nvSpPr>
        <dsp:cNvPr id="0" name=""/>
        <dsp:cNvSpPr/>
      </dsp:nvSpPr>
      <dsp:spPr>
        <a:xfrm>
          <a:off x="488215" y="31414"/>
          <a:ext cx="1304832" cy="9133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Identify the Input Size</a:t>
          </a:r>
          <a:endParaRPr lang="es-CO" sz="1600" kern="1200" dirty="0"/>
        </a:p>
      </dsp:txBody>
      <dsp:txXfrm>
        <a:off x="532809" y="76008"/>
        <a:ext cx="1215644" cy="824152"/>
      </dsp:txXfrm>
    </dsp:sp>
    <dsp:sp modelId="{084119B3-AEFA-44E5-A27F-1E44CF1A7906}">
      <dsp:nvSpPr>
        <dsp:cNvPr id="0" name=""/>
        <dsp:cNvSpPr/>
      </dsp:nvSpPr>
      <dsp:spPr>
        <a:xfrm>
          <a:off x="1775708" y="118522"/>
          <a:ext cx="1726401" cy="73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The size of an array, the number of elements in a list, the length of a string, </a:t>
          </a:r>
          <a:r>
            <a:rPr lang="en-US" sz="1100" kern="1200" dirty="0" err="1"/>
            <a:t>etc</a:t>
          </a:r>
          <a:endParaRPr lang="es-CO" sz="1100" kern="1200" dirty="0"/>
        </a:p>
      </dsp:txBody>
      <dsp:txXfrm>
        <a:off x="1775708" y="118522"/>
        <a:ext cx="1726401" cy="738201"/>
      </dsp:txXfrm>
    </dsp:sp>
    <dsp:sp modelId="{94158FBD-676B-4571-AB27-C4021CF78312}">
      <dsp:nvSpPr>
        <dsp:cNvPr id="0" name=""/>
        <dsp:cNvSpPr/>
      </dsp:nvSpPr>
      <dsp:spPr>
        <a:xfrm rot="5400000">
          <a:off x="1961991" y="1916623"/>
          <a:ext cx="775111" cy="8824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94483-71C5-4013-ACFD-FB9A5A5DF17D}">
      <dsp:nvSpPr>
        <dsp:cNvPr id="0" name=""/>
        <dsp:cNvSpPr/>
      </dsp:nvSpPr>
      <dsp:spPr>
        <a:xfrm>
          <a:off x="1756633" y="1057396"/>
          <a:ext cx="1304832" cy="9133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Identify Basic Operations</a:t>
          </a:r>
          <a:endParaRPr lang="es-CO" sz="1600" kern="1200" dirty="0"/>
        </a:p>
      </dsp:txBody>
      <dsp:txXfrm>
        <a:off x="1801227" y="1101990"/>
        <a:ext cx="1215644" cy="824152"/>
      </dsp:txXfrm>
    </dsp:sp>
    <dsp:sp modelId="{B4AADDA9-6E69-447F-BBCF-ED19B12B92E0}">
      <dsp:nvSpPr>
        <dsp:cNvPr id="0" name=""/>
        <dsp:cNvSpPr/>
      </dsp:nvSpPr>
      <dsp:spPr>
        <a:xfrm>
          <a:off x="3063985" y="1144504"/>
          <a:ext cx="1952086" cy="73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Arithmetic operations, comparisons, and </a:t>
          </a:r>
          <a:r>
            <a:rPr lang="en-US" sz="1100" kern="1200" dirty="0" err="1"/>
            <a:t>iter</a:t>
          </a:r>
          <a:r>
            <a:rPr lang="en-US" sz="1100" kern="1200" dirty="0"/>
            <a:t> (loops)</a:t>
          </a:r>
          <a:endParaRPr lang="es-CO" sz="1100" kern="1200" dirty="0"/>
        </a:p>
      </dsp:txBody>
      <dsp:txXfrm>
        <a:off x="3063985" y="1144504"/>
        <a:ext cx="1952086" cy="738201"/>
      </dsp:txXfrm>
    </dsp:sp>
    <dsp:sp modelId="{00C3ECC1-7F13-4387-8678-BFA489D475A7}">
      <dsp:nvSpPr>
        <dsp:cNvPr id="0" name=""/>
        <dsp:cNvSpPr/>
      </dsp:nvSpPr>
      <dsp:spPr>
        <a:xfrm rot="5400000">
          <a:off x="3230409" y="2942605"/>
          <a:ext cx="775111" cy="8824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775B1-0561-4E04-9172-B57466BDA044}">
      <dsp:nvSpPr>
        <dsp:cNvPr id="0" name=""/>
        <dsp:cNvSpPr/>
      </dsp:nvSpPr>
      <dsp:spPr>
        <a:xfrm>
          <a:off x="3025051" y="2083378"/>
          <a:ext cx="1304832" cy="9133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Analyze Loops</a:t>
          </a:r>
          <a:endParaRPr lang="es-CO" sz="1600" kern="1200" dirty="0"/>
        </a:p>
      </dsp:txBody>
      <dsp:txXfrm>
        <a:off x="3069645" y="2127972"/>
        <a:ext cx="1215644" cy="824152"/>
      </dsp:txXfrm>
    </dsp:sp>
    <dsp:sp modelId="{0B09A344-B785-440A-B3AD-6344CE193A13}">
      <dsp:nvSpPr>
        <dsp:cNvPr id="0" name=""/>
        <dsp:cNvSpPr/>
      </dsp:nvSpPr>
      <dsp:spPr>
        <a:xfrm>
          <a:off x="4314918" y="2170486"/>
          <a:ext cx="1781273" cy="73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100" kern="1200" dirty="0"/>
            <a:t># </a:t>
          </a:r>
          <a:r>
            <a:rPr lang="es-ES" sz="1100" kern="1200" dirty="0" err="1"/>
            <a:t>iter</a:t>
          </a:r>
          <a:r>
            <a:rPr lang="es-ES" sz="1100" kern="1200" dirty="0"/>
            <a:t> </a:t>
          </a:r>
          <a:r>
            <a:rPr lang="es-ES" sz="1100" kern="1200" dirty="0" err="1"/>
            <a:t>according</a:t>
          </a:r>
          <a:r>
            <a:rPr lang="es-ES" sz="1100" kern="1200" dirty="0"/>
            <a:t> </a:t>
          </a:r>
          <a:r>
            <a:rPr lang="es-ES" sz="1100" kern="1200" dirty="0" err="1"/>
            <a:t>to</a:t>
          </a:r>
          <a:r>
            <a:rPr lang="es-ES" sz="1100" kern="1200" dirty="0"/>
            <a:t> </a:t>
          </a:r>
          <a:r>
            <a:rPr lang="es-ES" sz="1100" kern="1200" dirty="0" err="1"/>
            <a:t>the</a:t>
          </a:r>
          <a:r>
            <a:rPr lang="es-ES" sz="1100" kern="1200" dirty="0"/>
            <a:t> input </a:t>
          </a:r>
          <a:r>
            <a:rPr lang="es-ES" sz="1100" kern="1200" dirty="0" err="1"/>
            <a:t>size</a:t>
          </a:r>
          <a:r>
            <a:rPr lang="es-ES" sz="1100" kern="1200" dirty="0"/>
            <a:t>, </a:t>
          </a:r>
          <a:r>
            <a:rPr lang="es-ES" sz="1100" kern="1200" dirty="0" err="1"/>
            <a:t>nested</a:t>
          </a:r>
          <a:r>
            <a:rPr lang="es-ES" sz="1100" kern="1200" dirty="0"/>
            <a:t> </a:t>
          </a:r>
          <a:r>
            <a:rPr lang="es-ES" sz="1100" kern="1200" dirty="0" err="1"/>
            <a:t>loops</a:t>
          </a:r>
          <a:endParaRPr lang="es-CO" sz="1100" kern="1200" dirty="0"/>
        </a:p>
      </dsp:txBody>
      <dsp:txXfrm>
        <a:off x="4314918" y="2170486"/>
        <a:ext cx="1781273" cy="738201"/>
      </dsp:txXfrm>
    </dsp:sp>
    <dsp:sp modelId="{04A091CA-1C01-492E-9C5D-FAA9B5FC1483}">
      <dsp:nvSpPr>
        <dsp:cNvPr id="0" name=""/>
        <dsp:cNvSpPr/>
      </dsp:nvSpPr>
      <dsp:spPr>
        <a:xfrm rot="5400000">
          <a:off x="4498827" y="3968588"/>
          <a:ext cx="775111" cy="8824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7EB12-D163-45E0-8C1E-78A70BB47E64}">
      <dsp:nvSpPr>
        <dsp:cNvPr id="0" name=""/>
        <dsp:cNvSpPr/>
      </dsp:nvSpPr>
      <dsp:spPr>
        <a:xfrm>
          <a:off x="4293470" y="3109361"/>
          <a:ext cx="1304832" cy="9133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Calculate Total Operations</a:t>
          </a:r>
          <a:endParaRPr lang="es-CO" sz="1600" kern="1200" dirty="0"/>
        </a:p>
      </dsp:txBody>
      <dsp:txXfrm>
        <a:off x="4338064" y="3153955"/>
        <a:ext cx="1215644" cy="824152"/>
      </dsp:txXfrm>
    </dsp:sp>
    <dsp:sp modelId="{13C6601A-1DE2-406C-885E-461F393D8B5E}">
      <dsp:nvSpPr>
        <dsp:cNvPr id="0" name=""/>
        <dsp:cNvSpPr/>
      </dsp:nvSpPr>
      <dsp:spPr>
        <a:xfrm>
          <a:off x="5592873" y="3196469"/>
          <a:ext cx="1967963" cy="73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l-GR" sz="11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Σ</m:t>
              </m:r>
            </m:oMath>
          </a14:m>
          <a:r>
            <a:rPr lang="es-CO" sz="1100" kern="1200" dirty="0"/>
            <a:t> </a:t>
          </a:r>
          <a:r>
            <a:rPr lang="es-CO" sz="1100" kern="1200" dirty="0" err="1"/>
            <a:t>inside</a:t>
          </a:r>
          <a:r>
            <a:rPr lang="es-CO" sz="1100" kern="1200" dirty="0"/>
            <a:t> </a:t>
          </a:r>
          <a:r>
            <a:rPr lang="es-CO" sz="1100" kern="1200" dirty="0" err="1"/>
            <a:t>loops</a:t>
          </a:r>
          <a:r>
            <a:rPr lang="es-CO" sz="1100" kern="1200" dirty="0"/>
            <a:t>,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l-GR" sz="11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Π</m:t>
              </m:r>
            </m:oMath>
          </a14:m>
          <a:r>
            <a:rPr lang="es-CO" sz="1100" kern="1200" dirty="0"/>
            <a:t> by # </a:t>
          </a:r>
          <a:r>
            <a:rPr lang="es-CO" sz="1100" kern="1200" dirty="0" err="1"/>
            <a:t>iter</a:t>
          </a:r>
          <a:endParaRPr lang="es-CO" sz="1100" kern="1200" dirty="0"/>
        </a:p>
      </dsp:txBody>
      <dsp:txXfrm>
        <a:off x="5592873" y="3196469"/>
        <a:ext cx="1967963" cy="738201"/>
      </dsp:txXfrm>
    </dsp:sp>
    <dsp:sp modelId="{74C868E3-45B1-4A50-AA5D-B2EAD63F2E11}">
      <dsp:nvSpPr>
        <dsp:cNvPr id="0" name=""/>
        <dsp:cNvSpPr/>
      </dsp:nvSpPr>
      <dsp:spPr>
        <a:xfrm>
          <a:off x="5561888" y="4135343"/>
          <a:ext cx="1304832" cy="9133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Express Temporal Complexity</a:t>
          </a:r>
          <a:endParaRPr lang="es-CO" sz="1600" kern="1200" dirty="0"/>
        </a:p>
      </dsp:txBody>
      <dsp:txXfrm>
        <a:off x="5606482" y="4179937"/>
        <a:ext cx="1215644" cy="824152"/>
      </dsp:txXfrm>
    </dsp:sp>
    <dsp:sp modelId="{67B3FD7C-135D-4B6A-A53A-7BFFE7E9A358}">
      <dsp:nvSpPr>
        <dsp:cNvPr id="0" name=""/>
        <dsp:cNvSpPr/>
      </dsp:nvSpPr>
      <dsp:spPr>
        <a:xfrm>
          <a:off x="6873906" y="4222451"/>
          <a:ext cx="1911069" cy="73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 dirty="0"/>
            <a:t>Big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l-GR" sz="14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Ο</m:t>
              </m:r>
            </m:oMath>
          </a14:m>
          <a:r>
            <a:rPr lang="es-CO" sz="1400" kern="1200" dirty="0"/>
            <a:t>, i</a:t>
          </a:r>
          <a:r>
            <a:rPr lang="en-US" sz="1400" kern="1200" dirty="0" err="1"/>
            <a:t>dentify</a:t>
          </a:r>
          <a:r>
            <a:rPr lang="en-US" sz="1400" kern="1200" dirty="0"/>
            <a:t> the dominating factor for runtime </a:t>
          </a:r>
          <a:endParaRPr lang="es-CO" sz="1400" kern="1200" dirty="0"/>
        </a:p>
      </dsp:txBody>
      <dsp:txXfrm>
        <a:off x="6873906" y="4222451"/>
        <a:ext cx="1911069" cy="7382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13EF0-3B18-460E-95A1-4E7F43591BFA}">
      <dsp:nvSpPr>
        <dsp:cNvPr id="0" name=""/>
        <dsp:cNvSpPr/>
      </dsp:nvSpPr>
      <dsp:spPr>
        <a:xfrm rot="5400000">
          <a:off x="839473" y="1110363"/>
          <a:ext cx="975140" cy="11101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80FAB-D8AA-4947-88FA-69B7C635EC5E}">
      <dsp:nvSpPr>
        <dsp:cNvPr id="0" name=""/>
        <dsp:cNvSpPr/>
      </dsp:nvSpPr>
      <dsp:spPr>
        <a:xfrm>
          <a:off x="581120" y="29400"/>
          <a:ext cx="1641562" cy="11490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Analyze Memory Usage</a:t>
          </a:r>
          <a:endParaRPr lang="es-CO" sz="1800" kern="1200" dirty="0"/>
        </a:p>
      </dsp:txBody>
      <dsp:txXfrm>
        <a:off x="637222" y="85502"/>
        <a:ext cx="1529358" cy="1036836"/>
      </dsp:txXfrm>
    </dsp:sp>
    <dsp:sp modelId="{084119B3-AEFA-44E5-A27F-1E44CF1A7906}">
      <dsp:nvSpPr>
        <dsp:cNvPr id="0" name=""/>
        <dsp:cNvSpPr/>
      </dsp:nvSpPr>
      <dsp:spPr>
        <a:xfrm>
          <a:off x="2200870" y="138987"/>
          <a:ext cx="2171925" cy="92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Analyze memory requirements according to data structures</a:t>
          </a:r>
          <a:endParaRPr lang="es-CO" sz="1400" kern="1200" dirty="0"/>
        </a:p>
      </dsp:txBody>
      <dsp:txXfrm>
        <a:off x="2200870" y="138987"/>
        <a:ext cx="2171925" cy="928705"/>
      </dsp:txXfrm>
    </dsp:sp>
    <dsp:sp modelId="{94158FBD-676B-4571-AB27-C4021CF78312}">
      <dsp:nvSpPr>
        <dsp:cNvPr id="0" name=""/>
        <dsp:cNvSpPr/>
      </dsp:nvSpPr>
      <dsp:spPr>
        <a:xfrm rot="5400000">
          <a:off x="2435225" y="2401115"/>
          <a:ext cx="975140" cy="11101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94483-71C5-4013-ACFD-FB9A5A5DF17D}">
      <dsp:nvSpPr>
        <dsp:cNvPr id="0" name=""/>
        <dsp:cNvSpPr/>
      </dsp:nvSpPr>
      <dsp:spPr>
        <a:xfrm>
          <a:off x="2176872" y="1320152"/>
          <a:ext cx="1641562" cy="11490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Express Spatial Complexity</a:t>
          </a:r>
          <a:endParaRPr lang="es-CO" sz="1800" kern="1200" dirty="0"/>
        </a:p>
      </dsp:txBody>
      <dsp:txXfrm>
        <a:off x="2232974" y="1376254"/>
        <a:ext cx="1529358" cy="1036836"/>
      </dsp:txXfrm>
    </dsp:sp>
    <dsp:sp modelId="{B4AADDA9-6E69-447F-BBCF-ED19B12B92E0}">
      <dsp:nvSpPr>
        <dsp:cNvPr id="0" name=""/>
        <dsp:cNvSpPr/>
      </dsp:nvSpPr>
      <dsp:spPr>
        <a:xfrm>
          <a:off x="3821605" y="1429739"/>
          <a:ext cx="2455850" cy="92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kern="1200" dirty="0"/>
            <a:t>Big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l-GR" sz="140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Ο</m:t>
              </m:r>
            </m:oMath>
          </a14:m>
          <a:r>
            <a:rPr lang="es-CO" sz="1400" kern="1200" dirty="0"/>
            <a:t>, i</a:t>
          </a:r>
          <a:r>
            <a:rPr lang="en-US" sz="1400" kern="1200" dirty="0" err="1"/>
            <a:t>dentify</a:t>
          </a:r>
          <a:r>
            <a:rPr lang="en-US" sz="1400" kern="1200" dirty="0"/>
            <a:t> the dominating factor </a:t>
          </a:r>
          <a:endParaRPr lang="es-CO" sz="1400" kern="1200" dirty="0"/>
        </a:p>
      </dsp:txBody>
      <dsp:txXfrm>
        <a:off x="3821605" y="1429739"/>
        <a:ext cx="2455850" cy="928705"/>
      </dsp:txXfrm>
    </dsp:sp>
    <dsp:sp modelId="{00C3ECC1-7F13-4387-8678-BFA489D475A7}">
      <dsp:nvSpPr>
        <dsp:cNvPr id="0" name=""/>
        <dsp:cNvSpPr/>
      </dsp:nvSpPr>
      <dsp:spPr>
        <a:xfrm rot="5400000">
          <a:off x="4030977" y="3691867"/>
          <a:ext cx="975140" cy="11101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775B1-0561-4E04-9172-B57466BDA044}">
      <dsp:nvSpPr>
        <dsp:cNvPr id="0" name=""/>
        <dsp:cNvSpPr/>
      </dsp:nvSpPr>
      <dsp:spPr>
        <a:xfrm>
          <a:off x="3772624" y="2610904"/>
          <a:ext cx="1641562" cy="11490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Verify and refine</a:t>
          </a:r>
          <a:endParaRPr lang="es-CO" sz="1800" kern="1200" dirty="0"/>
        </a:p>
      </dsp:txBody>
      <dsp:txXfrm>
        <a:off x="3828726" y="2667006"/>
        <a:ext cx="1529358" cy="1036836"/>
      </dsp:txXfrm>
    </dsp:sp>
    <dsp:sp modelId="{0B09A344-B785-440A-B3AD-6344CE193A13}">
      <dsp:nvSpPr>
        <dsp:cNvPr id="0" name=""/>
        <dsp:cNvSpPr/>
      </dsp:nvSpPr>
      <dsp:spPr>
        <a:xfrm>
          <a:off x="5395359" y="2720491"/>
          <a:ext cx="2240957" cy="92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Test with different input sizes: measure the actual runtime and memory usage</a:t>
          </a:r>
          <a:endParaRPr lang="es-CO" sz="1400" kern="1200" dirty="0"/>
        </a:p>
      </dsp:txBody>
      <dsp:txXfrm>
        <a:off x="5395359" y="2720491"/>
        <a:ext cx="2240957" cy="928705"/>
      </dsp:txXfrm>
    </dsp:sp>
    <dsp:sp modelId="{D5A7EB12-D163-45E0-8C1E-78A70BB47E64}">
      <dsp:nvSpPr>
        <dsp:cNvPr id="0" name=""/>
        <dsp:cNvSpPr/>
      </dsp:nvSpPr>
      <dsp:spPr>
        <a:xfrm>
          <a:off x="5368376" y="3901656"/>
          <a:ext cx="1641562" cy="11490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Consider Best, Worst, and Average Cases</a:t>
          </a:r>
          <a:endParaRPr lang="es-CO" sz="1800" kern="1200" dirty="0"/>
        </a:p>
      </dsp:txBody>
      <dsp:txXfrm>
        <a:off x="5424478" y="3957758"/>
        <a:ext cx="1529358" cy="1036836"/>
      </dsp:txXfrm>
    </dsp:sp>
    <dsp:sp modelId="{49EFD4AE-9EEB-4F90-BC91-52A003B3B3BE}">
      <dsp:nvSpPr>
        <dsp:cNvPr id="0" name=""/>
        <dsp:cNvSpPr/>
      </dsp:nvSpPr>
      <dsp:spPr>
        <a:xfrm>
          <a:off x="7009939" y="4011243"/>
          <a:ext cx="1193916" cy="928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600" kern="1200" dirty="0" err="1"/>
            <a:t>Consider</a:t>
          </a:r>
          <a:r>
            <a:rPr lang="es-ES" sz="1600" kern="1200" dirty="0"/>
            <a:t> </a:t>
          </a:r>
          <a:r>
            <a:rPr lang="es-ES" sz="1600" kern="1200" dirty="0" err="1"/>
            <a:t>them</a:t>
          </a:r>
          <a:r>
            <a:rPr lang="es-ES" sz="1600" kern="1200" dirty="0"/>
            <a:t> </a:t>
          </a:r>
          <a:r>
            <a:rPr lang="es-ES" sz="1600" kern="1200" dirty="0" err="1"/>
            <a:t>separately</a:t>
          </a:r>
          <a:endParaRPr lang="es-CO" sz="1600" kern="1200" dirty="0"/>
        </a:p>
      </dsp:txBody>
      <dsp:txXfrm>
        <a:off x="7009939" y="4011243"/>
        <a:ext cx="1193916" cy="9287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A382A-AF57-DA44-AE3C-92B3E9D40F87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058A-A6E6-6E41-8A6A-66B8A32E02D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3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835CD5-9225-485D-87BA-21CF9399C9A2}" type="slidenum">
              <a:rPr lang="es-CO" smtClean="0"/>
              <a:pPr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5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2E906-4741-40D7-9478-41F0CC0B0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7F768F-B6A3-4485-92F6-7AB370141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A18024-C239-41C7-8CF3-91AF7362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52F16-4302-4D0D-AB03-E7E9FCF3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FAA502-A53A-498C-804F-22EB815D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602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2D17F-EDC4-4F4A-B385-8181931E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2C8F24-EAEB-4F62-8745-0B5A1377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F991C-C7F4-4ED2-8B10-089AB309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1A08F-C12F-4704-BC68-4EE403B9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D5B1E-573B-494A-B7E3-BB5DF973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60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F2B0D-99FA-4A9A-A0CB-5A2B68E0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A62312-05D6-4482-AD9B-9E789357D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C9F44-77FE-43EF-8D14-9E6412B0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E8E68-1E98-4782-A1AE-C42FC147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53B340-7248-4211-B41C-768DCAD8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484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C1CB5-31CA-4B44-B90D-FBD210BD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276C7E-7647-4A6F-9852-6195B4234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36BF28-D9A1-4998-81FF-DA25A1B3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8DCE88-0C55-4BB7-9016-CB341566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D9448E-78D9-4F6E-9318-66C2EA57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49ABF0-FD3C-46BF-A7DB-13B65108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781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7DBEB-C5C6-49CF-9162-C7AC8CC8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FDD3AB-2F27-4F3B-A751-F824E9EF8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1C1A42-95BD-47FB-8D29-3165CB589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10A410-7A97-4B9D-AEFB-9038D6D5F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9C8721-088C-4F9C-90B5-1F90081AE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410624-515D-4556-8B0F-4B14D5F8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26D442-3F7F-4E63-9D95-D2AE458E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B5490A-5B82-4FB0-B577-B14EEE0E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105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2D892-D28B-4F53-9F31-0FD24705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E1E9A6-668E-4B06-8A0F-BD0CBF4E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934B16-82D9-4728-A8E3-6B95DFF8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CBED59-2457-486C-9200-03F7C751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363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F9CC88-71DC-4479-8235-EB3ADDEF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2DF6FA-C605-4F60-AAA2-D8873112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F51155-68E1-49FE-B330-289DC5FF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470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A39A5-41CB-4FA6-85B2-15BBA611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02B50-389C-4490-ABD3-8CD0D1956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CA15BD-15B4-43E7-B57E-E3AFE0BF1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3ED81A-C9B4-4E33-A8A8-29780FB6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036517-F394-4392-8769-511B6949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95C785-D7E7-4A6F-8834-10F3253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13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57E42-F403-4C7F-BCEB-D1604793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DB6F68-2DC8-44B4-82C0-9EB78D52D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3A7429-15DE-426C-9A8D-84F0F629D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156D9C-8BDA-443F-9916-12E11200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8BAD7D-0F0B-4622-901A-A63378EC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12AE96-3A72-4067-898D-FA3C690F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903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6562A-9143-4E9F-BB82-2365F2E6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C61B4B-D3DE-4C00-B28E-1227C5C29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4B8008-7546-4E25-AA9D-50C0BA2C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420B7-7456-4AF1-B030-1A4E0DD6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DB246-3C88-4FF3-8C05-C72F890D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193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F884DA-4BBA-42C7-8963-45605CC23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0EA7BE-1335-4D8E-970A-4EE67EF9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130EB-85BB-473B-AA12-DD43A20E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44433E-53CB-40EA-B5C9-AEF5AF40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261FC-F8D4-44F6-9569-9EE3A852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582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67FB70-14A3-47B9-BAE4-183AA2A0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308370-8929-40C0-A916-8378ED5A7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75204-1F44-4694-AA3E-429AA71D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9AFB-43C0-410D-81C0-4D7D40B09E7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7D580D-3EA0-49DE-A88C-DE917A1F8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43A20-8A00-45A4-A103-00B5F78C1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891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s-ES" sz="5000" dirty="0"/>
              <a:t>SCIENTIFIC COMPUTING</a:t>
            </a:r>
            <a:br>
              <a:rPr lang="es-ES" dirty="0"/>
            </a:br>
            <a:br>
              <a:rPr lang="es-ES" dirty="0"/>
            </a:br>
            <a:r>
              <a:rPr lang="es-ES" sz="4400" dirty="0" err="1"/>
              <a:t>Algorithms</a:t>
            </a:r>
            <a:r>
              <a:rPr lang="es-ES" sz="4400" dirty="0"/>
              <a:t> and </a:t>
            </a:r>
            <a:r>
              <a:rPr lang="es-ES" sz="4400" dirty="0" err="1"/>
              <a:t>computational</a:t>
            </a:r>
            <a:r>
              <a:rPr lang="es-ES" sz="4400" dirty="0"/>
              <a:t> </a:t>
            </a:r>
            <a:r>
              <a:rPr lang="es-ES" sz="4400" dirty="0" err="1"/>
              <a:t>complexity</a:t>
            </a:r>
            <a:endParaRPr lang="es-ES" sz="44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4437112"/>
            <a:ext cx="6858000" cy="1655762"/>
          </a:xfrm>
        </p:spPr>
        <p:txBody>
          <a:bodyPr>
            <a:normAutofit/>
          </a:bodyPr>
          <a:lstStyle/>
          <a:p>
            <a:r>
              <a:rPr lang="es-ES" dirty="0"/>
              <a:t>SEBASTIÁN ROLDÁN VASCO, </a:t>
            </a:r>
            <a:r>
              <a:rPr lang="es-ES" dirty="0" err="1"/>
              <a:t>MSc</a:t>
            </a:r>
            <a:r>
              <a:rPr lang="es-ES" dirty="0"/>
              <a:t>., PhD.</a:t>
            </a:r>
          </a:p>
          <a:p>
            <a:r>
              <a:rPr lang="es-ES" dirty="0"/>
              <a:t>sebastianroldan@itm.edu.co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82094-B800-0C2A-B106-2937070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algorithm is a well-defined computational procedure that takes some value, or set of values, as input and produces some value, or set of values, as output.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1026" name="Picture 2" descr="What is Algorithm | Introduction to Algorithms - GeeksforGeeks">
            <a:extLst>
              <a:ext uri="{FF2B5EF4-FFF2-40B4-BE49-F238E27FC236}">
                <a16:creationId xmlns:a16="http://schemas.microsoft.com/office/drawing/2014/main" id="{B7C7D09B-A076-6A69-2A38-59EB9D07E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964" y="2960638"/>
            <a:ext cx="5220072" cy="321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FF64AE-78EB-C1BD-39C2-0D033534C624}"/>
              </a:ext>
            </a:extLst>
          </p:cNvPr>
          <p:cNvSpPr txBox="1"/>
          <p:nvPr/>
        </p:nvSpPr>
        <p:spPr>
          <a:xfrm>
            <a:off x="1961964" y="610117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https://www.geeksforgeeks.org/introduction-to-algorithms/</a:t>
            </a:r>
          </a:p>
        </p:txBody>
      </p:sp>
    </p:spTree>
    <p:extLst>
      <p:ext uri="{BB962C8B-B14F-4D97-AF65-F5344CB8AC3E}">
        <p14:creationId xmlns:p14="http://schemas.microsoft.com/office/powerpoint/2010/main" val="21887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7793-645E-0920-709F-E2CB43193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486B7-6596-8066-D068-9EC83E73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Problems</a:t>
            </a:r>
            <a:r>
              <a:rPr lang="es-ES" dirty="0"/>
              <a:t> </a:t>
            </a:r>
            <a:r>
              <a:rPr lang="es-ES" dirty="0" err="1"/>
              <a:t>solved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algorithms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30C81-5892-9225-7AEB-7F26225F7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Some – and extremely limited – examples of problems addressed by algorithms: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Human Genome Project: </a:t>
            </a:r>
          </a:p>
          <a:p>
            <a:pPr lvl="1"/>
            <a:r>
              <a:rPr lang="en-US" dirty="0"/>
              <a:t>100k genes in human DNA</a:t>
            </a:r>
          </a:p>
          <a:p>
            <a:pPr lvl="1"/>
            <a:r>
              <a:rPr lang="en-US" dirty="0"/>
              <a:t>3 billion chemical base pairs</a:t>
            </a:r>
          </a:p>
          <a:p>
            <a:pPr lvl="1"/>
            <a:endParaRPr lang="en-US" dirty="0"/>
          </a:p>
          <a:p>
            <a:r>
              <a:rPr lang="en-US" dirty="0"/>
              <a:t>Handling information on Internet</a:t>
            </a:r>
          </a:p>
          <a:p>
            <a:endParaRPr lang="en-US" dirty="0"/>
          </a:p>
          <a:p>
            <a:r>
              <a:rPr lang="en-US" dirty="0"/>
              <a:t>Electronic commerce (personal information, credit cards numbers, passwords, bank statements)</a:t>
            </a:r>
          </a:p>
          <a:p>
            <a:endParaRPr lang="en-US" dirty="0"/>
          </a:p>
          <a:p>
            <a:r>
              <a:rPr lang="en-US" dirty="0"/>
              <a:t>Route planning by Waze</a:t>
            </a:r>
          </a:p>
          <a:p>
            <a:endParaRPr lang="en-US" dirty="0"/>
          </a:p>
          <a:p>
            <a:r>
              <a:rPr lang="en-US" dirty="0"/>
              <a:t>Logistics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F558F9-EF05-3710-E7D0-10850D80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295852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B8A6-317E-D1F1-34B7-25F9F6058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D628CC0E-DECE-78BD-7DC1-0431AB8A45A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/>
                  <a:t>Big </a:t>
                </a:r>
                <a:r>
                  <a:rPr lang="es-ES" dirty="0" err="1"/>
                  <a:t>Omicron</a:t>
                </a:r>
                <a:r>
                  <a:rPr lang="es-ES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) </a:t>
                </a:r>
                <a:r>
                  <a:rPr lang="es-ES" dirty="0" err="1"/>
                  <a:t>notation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D628CC0E-DECE-78BD-7DC1-0431AB8A4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08DD04F-3836-06B2-73F3-B848FECB0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n-US" dirty="0"/>
                  <a:t> notation is a mathematical notation used in computer science to describe the performance or complexity of an algorithm in terms of how it responds to changes in input size.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simple terms: 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n-US" dirty="0"/>
                  <a:t> tells how many operations will perform an algorithm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characterizes algorithms based on their </a:t>
                </a:r>
                <a:r>
                  <a:rPr lang="en-US" b="1" dirty="0"/>
                  <a:t>worst-case </a:t>
                </a:r>
                <a:r>
                  <a:rPr lang="en-US" dirty="0"/>
                  <a:t>or</a:t>
                </a:r>
                <a:r>
                  <a:rPr lang="en-US" b="1" dirty="0"/>
                  <a:t> asymptotic behavior</a:t>
                </a:r>
                <a:r>
                  <a:rPr lang="en-US" dirty="0"/>
                  <a:t>, rather than the exact time or space taken to execute an algorithm on a particular input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08DD04F-3836-06B2-73F3-B848FECB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7" t="-1541" r="-38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80FD2E-7B33-DDF6-4FC3-7A278E6A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2734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2879-00C6-A1B9-9270-09FAD93B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EF26985-B05C-A50B-AFF7-7B554FFA5C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/>
                  <a:t>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 err="1"/>
                  <a:t>notation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EF26985-B05C-A50B-AFF7-7B554FFA5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E90E389-13D0-441B-3B1F-454AACF9A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→ time complexity in terms of the number of operations it performs relative to the size of the input.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provides an approximation of the growth rate of an algorithm as the input size increases.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focuses on the behavior of an algorithm as the input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 ignores constant factors and lower-order terms, focusing only on the dominant term.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E90E389-13D0-441B-3B1F-454AACF9A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7" t="-1541" r="-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64A5DF-CD77-D74F-6528-A648A532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4258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CB6A-28AD-D64A-0525-A54AEBD6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A18665B-2A83-4DBA-C9FA-AE4E839477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 err="1"/>
                  <a:t>Common</a:t>
                </a:r>
                <a:r>
                  <a:rPr lang="es-ES" dirty="0"/>
                  <a:t> </a:t>
                </a:r>
                <a:r>
                  <a:rPr lang="es-ES" dirty="0" err="1"/>
                  <a:t>big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 err="1"/>
                  <a:t>notations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A18665B-2A83-4DBA-C9FA-AE4E83947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5D7652-7EC2-2EAC-9A73-0186B4590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: Constant time complexity.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: Logarithmic time complexity, e.g. binary search.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Linear time complexity.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s-E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E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L</m:t>
                    </m:r>
                    <m:r>
                      <m:rPr>
                        <m:nor/>
                      </m:rPr>
                      <a:rPr lang="es-ES" b="0" i="0" dirty="0" smtClean="0"/>
                      <m:t>inear</m:t>
                    </m:r>
                    <m:r>
                      <m:rPr>
                        <m:nor/>
                      </m:rPr>
                      <a:rPr lang="en-US" dirty="0"/>
                      <m:t>ithmic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time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complexity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e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  <m:r>
                      <m:rPr>
                        <m:nor/>
                      </m:rPr>
                      <a:rPr lang="en-US" dirty="0"/>
                      <m:t>g</m:t>
                    </m:r>
                    <m:r>
                      <m:rPr>
                        <m:nor/>
                      </m:rPr>
                      <a:rPr lang="en-US" dirty="0"/>
                      <m:t>. </m:t>
                    </m:r>
                    <m:r>
                      <m:rPr>
                        <m:nor/>
                      </m:rPr>
                      <a:rPr lang="es-ES" b="0" i="0" dirty="0" smtClean="0"/>
                      <m:t>some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sorting</m:t>
                    </m:r>
                    <m:r>
                      <m:rPr>
                        <m:nor/>
                      </m:rPr>
                      <a:rPr lang="es-ES" b="0" i="0" dirty="0" smtClean="0"/>
                      <m:t> </m:t>
                    </m:r>
                    <m:r>
                      <m:rPr>
                        <m:nor/>
                      </m:rPr>
                      <a:rPr lang="es-ES" b="0" i="0" dirty="0" smtClean="0"/>
                      <m:t>algorithms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Quadratic time complexity. Common in algorithms with nested loops.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Exponential time complexity. Common in algorithms with recursive backtracking.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r>
                  <a:rPr lang="en-US" dirty="0"/>
                  <a:t>: Factorial time complexity. Common in algorithms generating all permutations or combinations.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5D7652-7EC2-2EAC-9A73-0186B4590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0390F8-1AB7-AD53-0C65-10D5EA4E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80435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339-571F-2417-7615-EF020211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70102BF-A448-9ED1-5C2D-C16AC93BEC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 err="1"/>
                  <a:t>Common</a:t>
                </a:r>
                <a:r>
                  <a:rPr lang="es-ES" dirty="0"/>
                  <a:t> </a:t>
                </a:r>
                <a:r>
                  <a:rPr lang="es-ES" dirty="0" err="1"/>
                  <a:t>big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 err="1"/>
                  <a:t>notations</a:t>
                </a:r>
                <a:r>
                  <a:rPr lang="es-ES" dirty="0"/>
                  <a:t> </a:t>
                </a:r>
                <a:r>
                  <a:rPr lang="es-ES" dirty="0" err="1"/>
                  <a:t>examples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70102BF-A448-9ED1-5C2D-C16AC93BE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2E46EC9-B6AA-CC8C-AA91-3644F19A3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To assess an element of an array.</a:t>
                </a:r>
              </a:p>
              <a:p>
                <a:pPr lvl="1"/>
                <a:r>
                  <a:rPr lang="en-US" dirty="0"/>
                  <a:t>To add an element to a fixed size list.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Assume that the data is already sorted. This method starts by selecting the median, 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</m:oMath>
                </a14:m>
                <a:r>
                  <a:rPr lang="en-US" dirty="0"/>
                  <a:t>, and then compares this value with a target value (chosen a priori), 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It then has 3 options: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</m:oMath>
                </a14:m>
                <a:r>
                  <a:rPr lang="en-US" dirty="0"/>
                  <a:t>, then there was a success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it finds the median of the upper half of the data and compares it again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it searches for the median of the lower half of the data and performs the same comparison</a:t>
                </a:r>
              </a:p>
              <a:p>
                <a:pPr marL="342900" lvl="1" indent="0">
                  <a:buNone/>
                </a:pPr>
                <a:r>
                  <a:rPr lang="en-US" dirty="0"/>
                  <a:t>	The algorithm stops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or until it’s impossible to split the data.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2E46EC9-B6AA-CC8C-AA91-3644F19A3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1541" r="-115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5F0BAA-5F11-34C7-0204-04787696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11D14-4E5D-29C6-310E-59835049FB72}"/>
              </a:ext>
            </a:extLst>
          </p:cNvPr>
          <p:cNvSpPr txBox="1"/>
          <p:nvPr/>
        </p:nvSpPr>
        <p:spPr>
          <a:xfrm>
            <a:off x="755576" y="6104329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https://www.lancaster.ac.uk/stor-i-student-sites/lidia-andre/2021/04/27/time-complexity-whats-that/</a:t>
            </a:r>
          </a:p>
        </p:txBody>
      </p:sp>
    </p:spTree>
    <p:extLst>
      <p:ext uri="{BB962C8B-B14F-4D97-AF65-F5344CB8AC3E}">
        <p14:creationId xmlns:p14="http://schemas.microsoft.com/office/powerpoint/2010/main" val="377655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C249-2155-7199-2529-21026D19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4970F7D-8C0C-995B-1B9A-D138922A3E5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 err="1"/>
                  <a:t>Common</a:t>
                </a:r>
                <a:r>
                  <a:rPr lang="es-ES" dirty="0"/>
                  <a:t> </a:t>
                </a:r>
                <a:r>
                  <a:rPr lang="es-ES" dirty="0" err="1"/>
                  <a:t>big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 err="1"/>
                  <a:t>notations</a:t>
                </a:r>
                <a:r>
                  <a:rPr lang="es-ES" dirty="0"/>
                  <a:t> </a:t>
                </a:r>
                <a:r>
                  <a:rPr lang="es-ES" dirty="0" err="1"/>
                  <a:t>examples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4970F7D-8C0C-995B-1B9A-D138922A3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A070795-87FA-6DA7-BA85-341C88E85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To find the maximum of a list.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(</a:t>
                </a:r>
                <a:r>
                  <a:rPr lang="en-US" i="1" dirty="0"/>
                  <a:t>Merge soft technique</a:t>
                </a:r>
                <a:r>
                  <a:rPr lang="en-US" dirty="0"/>
                  <a:t>) Consider a list of 8 unsorted elements; split the array in halves until each subarray has one element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). Later, combine all items per level.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Two nested loops.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A070795-87FA-6DA7-BA85-341C88E85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189212-CF39-4C41-4AA4-8394E278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CC189-CAB3-3EFB-987E-97DD5F31326D}"/>
              </a:ext>
            </a:extLst>
          </p:cNvPr>
          <p:cNvSpPr txBox="1"/>
          <p:nvPr/>
        </p:nvSpPr>
        <p:spPr>
          <a:xfrm>
            <a:off x="755576" y="6104329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https://www.lancaster.ac.uk/stor-i-student-sites/lidia-andre/2021/04/27/time-complexity-whats-that/</a:t>
            </a:r>
          </a:p>
        </p:txBody>
      </p:sp>
    </p:spTree>
    <p:extLst>
      <p:ext uri="{BB962C8B-B14F-4D97-AF65-F5344CB8AC3E}">
        <p14:creationId xmlns:p14="http://schemas.microsoft.com/office/powerpoint/2010/main" val="6708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E367-D176-0CA7-632C-1D3D1265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BE8218D-F771-F1B8-E945-FB04501DBE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 err="1"/>
                  <a:t>Common</a:t>
                </a:r>
                <a:r>
                  <a:rPr lang="es-ES" dirty="0"/>
                  <a:t> </a:t>
                </a:r>
                <a:r>
                  <a:rPr lang="es-ES" dirty="0" err="1"/>
                  <a:t>big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 err="1"/>
                  <a:t>notations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BE8218D-F771-F1B8-E945-FB04501DB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B83D37-F348-7B1F-571D-A5DB8254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7170" name="Picture 2" descr="A story of Big O. To start from the beginning, Big O… | by Aleks Shineleva  | Medium">
            <a:extLst>
              <a:ext uri="{FF2B5EF4-FFF2-40B4-BE49-F238E27FC236}">
                <a16:creationId xmlns:a16="http://schemas.microsoft.com/office/drawing/2014/main" id="{44A273A8-FD6B-5550-7384-378C03F942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582" y="1825625"/>
            <a:ext cx="65488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56282C-99DE-4385-E462-878EDC85B626}"/>
              </a:ext>
            </a:extLst>
          </p:cNvPr>
          <p:cNvSpPr txBox="1"/>
          <p:nvPr/>
        </p:nvSpPr>
        <p:spPr>
          <a:xfrm>
            <a:off x="1565476" y="612815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https://medium.com/@deadcookies/a-story-of-big-o-453471a35e62</a:t>
            </a:r>
          </a:p>
        </p:txBody>
      </p:sp>
    </p:spTree>
    <p:extLst>
      <p:ext uri="{BB962C8B-B14F-4D97-AF65-F5344CB8AC3E}">
        <p14:creationId xmlns:p14="http://schemas.microsoft.com/office/powerpoint/2010/main" val="271589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C249-2155-7199-2529-21026D19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70F7D-8C0C-995B-1B9A-D138922A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Summing</a:t>
            </a:r>
            <a:r>
              <a:rPr lang="es-ES" dirty="0"/>
              <a:t> </a:t>
            </a:r>
            <a:r>
              <a:rPr lang="es-ES" dirty="0" err="1"/>
              <a:t>complexities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A070795-87FA-6DA7-BA85-341C88E85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Addition of Terms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When you have multiple terms, you sum them up: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Taking the Dominant Term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You identify the term that grows the fastest as the input size increases:</a:t>
                </a:r>
                <a:endParaRPr lang="es-E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Removing Constants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Constants are ignored because they do not affect the overall growth rate of the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≡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A070795-87FA-6DA7-BA85-341C88E85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 r="-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189212-CF39-4C41-4AA4-8394E278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57359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4961-F634-9AEB-E720-01753F92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5F2F0F5-C2A2-93E3-9AF4-115484210F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:r>
                  <a:rPr lang="es-ES" dirty="0" err="1"/>
                  <a:t>Limitations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big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 err="1"/>
                  <a:t>notation</a:t>
                </a:r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5F2F0F5-C2A2-93E3-9AF4-115484210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0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9E58FE-C1C1-FE5A-5C0D-B7C486D8F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n-US" dirty="0"/>
                  <a:t> notation provides an asymptotic analysis → it may not be accurate for small input sizes.</a:t>
                </a:r>
              </a:p>
              <a:p>
                <a:endParaRPr lang="en-US" dirty="0"/>
              </a:p>
              <a:p>
                <a:r>
                  <a:rPr lang="en-US" dirty="0"/>
                  <a:t>It does not consider the actual time taken by an algorithm, only its growth rate.</a:t>
                </a:r>
              </a:p>
              <a:p>
                <a:endParaRPr lang="en-US" dirty="0"/>
              </a:p>
              <a:p>
                <a:r>
                  <a:rPr lang="en-US" dirty="0"/>
                  <a:t>For precise performance analysis, other notations like Big Omega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) and Big Theta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) may be more suitable.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9E58FE-C1C1-FE5A-5C0D-B7C486D8F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1541" r="-3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A1EDAF-030C-2B44-C97E-9B72B525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15451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EAAA-3811-9E93-4210-B79269CA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E435AD3-12C8-F0C1-080D-7F4551B90D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s-CO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E435AD3-12C8-F0C1-080D-7F4551B90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EB845D-D923-2034-55C4-F3340D41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530470D2-03DF-B0BE-DC66-8245FFF8D5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22792751"/>
                  </p:ext>
                </p:extLst>
              </p:nvPr>
            </p:nvGraphicFramePr>
            <p:xfrm>
              <a:off x="628650" y="1825625"/>
              <a:ext cx="7886700" cy="404291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95078">
                      <a:extLst>
                        <a:ext uri="{9D8B030D-6E8A-4147-A177-3AD203B41FA5}">
                          <a16:colId xmlns:a16="http://schemas.microsoft.com/office/drawing/2014/main" val="3792038412"/>
                        </a:ext>
                      </a:extLst>
                    </a:gridCol>
                    <a:gridCol w="2448272">
                      <a:extLst>
                        <a:ext uri="{9D8B030D-6E8A-4147-A177-3AD203B41FA5}">
                          <a16:colId xmlns:a16="http://schemas.microsoft.com/office/drawing/2014/main" val="3546094070"/>
                        </a:ext>
                      </a:extLst>
                    </a:gridCol>
                    <a:gridCol w="3943350">
                      <a:extLst>
                        <a:ext uri="{9D8B030D-6E8A-4147-A177-3AD203B41FA5}">
                          <a16:colId xmlns:a16="http://schemas.microsoft.com/office/drawing/2014/main" val="34052987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800" dirty="0" err="1"/>
                            <a:t>Notation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800" dirty="0" err="1"/>
                            <a:t>Description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800" dirty="0" err="1"/>
                            <a:t>Definition</a:t>
                          </a:r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90054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800" dirty="0"/>
                            <a:t>Big </a:t>
                          </a:r>
                          <a:r>
                            <a:rPr lang="es-ES" sz="1800" dirty="0" err="1"/>
                            <a:t>Omicron</a:t>
                          </a:r>
                          <a:r>
                            <a:rPr lang="es-ES" sz="18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Ο</m:t>
                              </m:r>
                            </m:oMath>
                          </a14:m>
                          <a:r>
                            <a:rPr lang="es-CO" sz="18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Upper bound or worst-case scenario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Ο</m:t>
                              </m:r>
                              <m:d>
                                <m:d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s-ES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800" dirty="0"/>
                            <a:t> denotes the set of all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/>
                            <a:t> such</a:t>
                          </a:r>
                          <a:r>
                            <a:rPr lang="en-US" sz="1800" baseline="0" dirty="0"/>
                            <a:t> that there</a:t>
                          </a:r>
                          <a:r>
                            <a:rPr lang="en-US" sz="1800" dirty="0"/>
                            <a:t> exist positive constants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800" dirty="0"/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/>
                            <a:t> with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𝐶𝑓</m:t>
                              </m:r>
                              <m:d>
                                <m:d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1800" dirty="0"/>
                            <a:t> </a:t>
                          </a:r>
                          <a:r>
                            <a:rPr lang="es-CO" sz="1800" dirty="0" err="1"/>
                            <a:t>for</a:t>
                          </a:r>
                          <a:r>
                            <a:rPr lang="es-CO" sz="1800" dirty="0"/>
                            <a:t> </a:t>
                          </a:r>
                          <a:r>
                            <a:rPr lang="es-CO" sz="1800" dirty="0" err="1"/>
                            <a:t>all</a:t>
                          </a:r>
                          <a:r>
                            <a:rPr lang="es-CO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99963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800" dirty="0"/>
                            <a:t>Big Omega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ES" sz="18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oMath>
                          </a14:m>
                          <a:r>
                            <a:rPr lang="es-CO" sz="18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Lower bound or best-case scenario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ES" sz="18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d>
                                <m:d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s-ES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800" dirty="0"/>
                            <a:t> denotes the set of all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/>
                            <a:t> such</a:t>
                          </a:r>
                          <a:r>
                            <a:rPr lang="en-US" sz="1800" baseline="0" dirty="0"/>
                            <a:t> that there</a:t>
                          </a:r>
                          <a:r>
                            <a:rPr lang="en-US" sz="1800" dirty="0"/>
                            <a:t> exist positive constants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800" dirty="0"/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/>
                            <a:t> with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𝐶𝑓</m:t>
                              </m:r>
                              <m:d>
                                <m:d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1800" dirty="0"/>
                            <a:t> </a:t>
                          </a:r>
                          <a:r>
                            <a:rPr lang="es-CO" sz="1800" dirty="0" err="1"/>
                            <a:t>for</a:t>
                          </a:r>
                          <a:r>
                            <a:rPr lang="es-CO" sz="1800" dirty="0"/>
                            <a:t> </a:t>
                          </a:r>
                          <a:r>
                            <a:rPr lang="es-CO" sz="1800" dirty="0" err="1"/>
                            <a:t>all</a:t>
                          </a:r>
                          <a:r>
                            <a:rPr lang="es-CO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40371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dirty="0"/>
                            <a:t>Big Theta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ES" sz="18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oMath>
                          </a14:m>
                          <a:r>
                            <a:rPr lang="es-CO" sz="1800" dirty="0"/>
                            <a:t>)</a:t>
                          </a:r>
                        </a:p>
                        <a:p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Tight bound representing exact growth rate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ES" sz="18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s-ES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800" dirty="0"/>
                            <a:t> denotes the set of all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/>
                            <a:t> such</a:t>
                          </a:r>
                          <a:r>
                            <a:rPr lang="en-US" sz="1800" baseline="0" dirty="0"/>
                            <a:t> that there</a:t>
                          </a:r>
                          <a:r>
                            <a:rPr lang="en-US" sz="1800" dirty="0"/>
                            <a:t> exist positive constants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1800" dirty="0"/>
                            <a:t>,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/>
                            <a:t> with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𝐶𝑓</m:t>
                              </m:r>
                              <m:d>
                                <m:d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s-ES" sz="1800" b="0" i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1800" dirty="0"/>
                            <a:t> </a:t>
                          </a:r>
                          <a:r>
                            <a:rPr lang="es-CO" sz="1800" dirty="0" err="1"/>
                            <a:t>for</a:t>
                          </a:r>
                          <a:r>
                            <a:rPr lang="es-CO" sz="1800" dirty="0"/>
                            <a:t> </a:t>
                          </a:r>
                          <a:r>
                            <a:rPr lang="es-CO" sz="1800" dirty="0" err="1"/>
                            <a:t>all</a:t>
                          </a:r>
                          <a:r>
                            <a:rPr lang="es-CO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9544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530470D2-03DF-B0BE-DC66-8245FFF8D5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22792751"/>
                  </p:ext>
                </p:extLst>
              </p:nvPr>
            </p:nvGraphicFramePr>
            <p:xfrm>
              <a:off x="628650" y="1825625"/>
              <a:ext cx="7886700" cy="404291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95078">
                      <a:extLst>
                        <a:ext uri="{9D8B030D-6E8A-4147-A177-3AD203B41FA5}">
                          <a16:colId xmlns:a16="http://schemas.microsoft.com/office/drawing/2014/main" val="3792038412"/>
                        </a:ext>
                      </a:extLst>
                    </a:gridCol>
                    <a:gridCol w="2448272">
                      <a:extLst>
                        <a:ext uri="{9D8B030D-6E8A-4147-A177-3AD203B41FA5}">
                          <a16:colId xmlns:a16="http://schemas.microsoft.com/office/drawing/2014/main" val="3546094070"/>
                        </a:ext>
                      </a:extLst>
                    </a:gridCol>
                    <a:gridCol w="3943350">
                      <a:extLst>
                        <a:ext uri="{9D8B030D-6E8A-4147-A177-3AD203B41FA5}">
                          <a16:colId xmlns:a16="http://schemas.microsoft.com/office/drawing/2014/main" val="34052987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800" dirty="0" err="1"/>
                            <a:t>Notation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800" dirty="0" err="1"/>
                            <a:t>Description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800" dirty="0" err="1"/>
                            <a:t>Definition</a:t>
                          </a:r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9005485"/>
                      </a:ext>
                    </a:extLst>
                  </a:tr>
                  <a:tr h="1224026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8" t="-32836" r="-430204" b="-207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Upper bound or worst-case scenario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155" t="-32836" r="-773" b="-2079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996395"/>
                      </a:ext>
                    </a:extLst>
                  </a:tr>
                  <a:tr h="1224026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8" t="-132836" r="-430204" b="-107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Lower bound or best-case scenario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155" t="-132836" r="-773" b="-1079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4037121"/>
                      </a:ext>
                    </a:extLst>
                  </a:tr>
                  <a:tr h="1224026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8" t="-232836" r="-430204" b="-7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Tight bound representing exact growth rate</a:t>
                          </a:r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155" t="-232836" r="-773" b="-79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95446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054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FDE1-CECA-35FB-A9EB-634CE65D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DA0697F-5FBC-7C6E-1A91-19223D5ADC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s-CO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DA0697F-5FBC-7C6E-1A91-19223D5A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50C48C-93F3-04E0-6892-B9D6A8F9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6E7D3D7-D11A-0E9D-D581-AB37668DC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s-ES" dirty="0"/>
                  <a:t>Verbally (Knuth, 1976):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can be read as “order at most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as “order at least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as “order exactly 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Or in more simple words: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tells you how bad things can get</a:t>
                </a:r>
                <a:endParaRPr lang="es-E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tells you how good things can get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tells you how things typically are</a:t>
                </a:r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6E7D3D7-D11A-0E9D-D581-AB37668DC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7" t="-21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BEF6968-81FD-06F9-1F8A-E3C28E72708D}"/>
              </a:ext>
            </a:extLst>
          </p:cNvPr>
          <p:cNvSpPr txBox="1"/>
          <p:nvPr/>
        </p:nvSpPr>
        <p:spPr>
          <a:xfrm>
            <a:off x="659186" y="3862794"/>
            <a:ext cx="6565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Knuth, D. E. (1976). Big omicron and big omega and big theta.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ACM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Sigact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News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18-24.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33946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0988-B485-8AD5-7859-161D4C35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B2694F5B-182C-0F8B-BCFF-23E1C31941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ES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s-CO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DA0697F-5FBC-7C6E-1A91-19223D5AD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66395B-5C02-8883-D5F3-7684EA20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785AE007-35FB-BB17-C166-E030464951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600" y="1825625"/>
                <a:ext cx="754375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def 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search_element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lst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target):</a:t>
                </a:r>
              </a:p>
              <a:p>
                <a:pPr marL="0" indent="0">
                  <a:buNone/>
                </a:pP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x in 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lst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if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x == target:</a:t>
                </a:r>
              </a:p>
              <a:p>
                <a:pPr marL="0" indent="0">
                  <a:buNone/>
                </a:pP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True</a:t>
                </a:r>
              </a:p>
              <a:p>
                <a:pPr marL="0" indent="0">
                  <a:buNone/>
                </a:pP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False</a:t>
                </a:r>
              </a:p>
              <a:p>
                <a:endParaRPr lang="es-MX" dirty="0"/>
              </a:p>
              <a:p>
                <a:r>
                  <a:rPr lang="es-MX" dirty="0"/>
                  <a:t>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CO" dirty="0"/>
                  <a:t> (</a:t>
                </a:r>
                <a:r>
                  <a:rPr lang="es-CO" dirty="0" err="1"/>
                  <a:t>worst</a:t>
                </a:r>
                <a:r>
                  <a:rPr lang="es-CO" dirty="0"/>
                  <a:t> case) </a:t>
                </a:r>
                <a14:m>
                  <m:oMath xmlns:m="http://schemas.openxmlformats.org/officeDocument/2006/math"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MX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/>
                  <a:t>:</a:t>
                </a:r>
              </a:p>
              <a:p>
                <a:pPr lvl="1"/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algorithm</a:t>
                </a:r>
                <a:r>
                  <a:rPr lang="es-CO" dirty="0"/>
                  <a:t> </a:t>
                </a:r>
                <a:r>
                  <a:rPr lang="es-CO" dirty="0" err="1"/>
                  <a:t>checks</a:t>
                </a:r>
                <a:r>
                  <a:rPr lang="es-CO" dirty="0"/>
                  <a:t> </a:t>
                </a:r>
                <a:r>
                  <a:rPr lang="es-CO" dirty="0" err="1"/>
                  <a:t>all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 elements</a:t>
                </a:r>
              </a:p>
              <a:p>
                <a:pPr lvl="1"/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search_element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([1,…,1000], 1000)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s-MX" b="0" i="0" dirty="0" smtClean="0"/>
                      <m:t>1000</m:t>
                    </m:r>
                    <m:r>
                      <m:rPr>
                        <m:nor/>
                      </m:rPr>
                      <a:rPr lang="es-CO" dirty="0"/>
                      <m:t> </m:t>
                    </m:r>
                    <m:r>
                      <m:rPr>
                        <m:nor/>
                      </m:rPr>
                      <a:rPr lang="es-CO" dirty="0"/>
                      <m:t>checks</m:t>
                    </m:r>
                  </m:oMath>
                </a14:m>
                <a:endParaRPr lang="es-CO" dirty="0"/>
              </a:p>
              <a:p>
                <a:pPr lvl="1"/>
                <a:endParaRPr lang="es-CO" dirty="0"/>
              </a:p>
              <a:p>
                <a:r>
                  <a:rPr lang="es-MX" dirty="0"/>
                  <a:t>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s-CO" dirty="0"/>
                  <a:t> (</a:t>
                </a:r>
                <a:r>
                  <a:rPr lang="es-CO" dirty="0" err="1"/>
                  <a:t>best</a:t>
                </a:r>
                <a:r>
                  <a:rPr lang="es-CO" dirty="0"/>
                  <a:t> case)</a:t>
                </a:r>
                <a:r>
                  <a:rPr lang="es-MX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MX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/>
                  <a:t>:</a:t>
                </a:r>
              </a:p>
              <a:p>
                <a:pPr lvl="1"/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algorithm</a:t>
                </a:r>
                <a:r>
                  <a:rPr lang="es-CO" dirty="0"/>
                  <a:t> </a:t>
                </a:r>
                <a:r>
                  <a:rPr lang="es-MX" dirty="0" err="1"/>
                  <a:t>finds</a:t>
                </a:r>
                <a:r>
                  <a:rPr lang="es-MX" dirty="0"/>
                  <a:t> </a:t>
                </a:r>
                <a:r>
                  <a:rPr lang="es-MX" dirty="0" err="1"/>
                  <a:t>the</a:t>
                </a:r>
                <a:r>
                  <a:rPr lang="es-MX" dirty="0"/>
                  <a:t> target </a:t>
                </a:r>
                <a:r>
                  <a:rPr lang="es-MX" dirty="0" err="1"/>
                  <a:t>on</a:t>
                </a:r>
                <a:r>
                  <a:rPr lang="es-MX" dirty="0"/>
                  <a:t> </a:t>
                </a:r>
                <a:r>
                  <a:rPr lang="es-MX" dirty="0" err="1"/>
                  <a:t>the</a:t>
                </a:r>
                <a:r>
                  <a:rPr lang="es-MX" dirty="0"/>
                  <a:t> </a:t>
                </a:r>
                <a:r>
                  <a:rPr lang="es-MX" dirty="0" err="1"/>
                  <a:t>first</a:t>
                </a:r>
                <a:r>
                  <a:rPr lang="es-MX" dirty="0"/>
                  <a:t> </a:t>
                </a:r>
                <a:r>
                  <a:rPr lang="es-MX" dirty="0" err="1"/>
                  <a:t>attempt</a:t>
                </a:r>
                <a:endParaRPr lang="es-CO" dirty="0"/>
              </a:p>
              <a:p>
                <a:pPr lvl="1"/>
                <a:r>
                  <a:rPr lang="es-MX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search_element</a:t>
                </a:r>
                <a:r>
                  <a:rPr lang="es-MX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([5,2,3,4], 5)</a:t>
                </a:r>
                <a14:m>
                  <m:oMath xmlns:m="http://schemas.openxmlformats.org/officeDocument/2006/math"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s-MX" dirty="0"/>
                      <m:t>1</m:t>
                    </m:r>
                    <m:r>
                      <m:rPr>
                        <m:nor/>
                      </m:rPr>
                      <a:rPr lang="es-CO" dirty="0"/>
                      <m:t> </m:t>
                    </m:r>
                    <m:r>
                      <m:rPr>
                        <m:nor/>
                      </m:rPr>
                      <a:rPr lang="es-CO" dirty="0"/>
                      <m:t>check</m:t>
                    </m:r>
                  </m:oMath>
                </a14:m>
                <a:endParaRPr lang="es-CO" dirty="0"/>
              </a:p>
              <a:p>
                <a:pPr lvl="1"/>
                <a:endParaRPr lang="es-CO" dirty="0"/>
              </a:p>
              <a:p>
                <a:r>
                  <a:rPr lang="es-MX" dirty="0"/>
                  <a:t>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s-CO" dirty="0"/>
                  <a:t>(</a:t>
                </a:r>
                <a:r>
                  <a:rPr lang="es-CO" dirty="0" err="1"/>
                  <a:t>average</a:t>
                </a:r>
                <a:r>
                  <a:rPr lang="es-CO" dirty="0"/>
                  <a:t> case)</a:t>
                </a:r>
                <a:r>
                  <a:rPr lang="es-MX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MX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/>
                  <a:t>:</a:t>
                </a:r>
              </a:p>
              <a:p>
                <a:pPr lvl="1"/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MX" dirty="0"/>
                  <a:t>target </a:t>
                </a:r>
                <a:r>
                  <a:rPr lang="es-MX" dirty="0" err="1"/>
                  <a:t>is</a:t>
                </a:r>
                <a:r>
                  <a:rPr lang="es-MX" dirty="0"/>
                  <a:t> in a </a:t>
                </a:r>
                <a:r>
                  <a:rPr lang="es-MX" dirty="0" err="1"/>
                  <a:t>random</a:t>
                </a:r>
                <a:r>
                  <a:rPr lang="es-MX" dirty="0"/>
                  <a:t> position</a:t>
                </a:r>
                <a:endParaRPr lang="es-CO" dirty="0"/>
              </a:p>
              <a:p>
                <a:pPr lvl="1"/>
                <a:r>
                  <a:rPr lang="en-US" dirty="0"/>
                  <a:t>On average, it checks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pPr lvl="1"/>
                <a:r>
                  <a:rPr lang="es-MX" dirty="0" err="1"/>
                  <a:t>Still</a:t>
                </a:r>
                <a:r>
                  <a:rPr lang="es-MX" dirty="0"/>
                  <a:t> </a:t>
                </a:r>
                <a:r>
                  <a:rPr lang="es-MX" dirty="0" err="1"/>
                  <a:t>written</a:t>
                </a:r>
                <a:r>
                  <a:rPr lang="es-MX" dirty="0"/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s-CO" dirty="0"/>
              </a:p>
              <a:p>
                <a:pPr lvl="1"/>
                <a:endParaRPr lang="es-CO" dirty="0"/>
              </a:p>
              <a:p>
                <a:pPr lvl="1"/>
                <a:endParaRPr lang="es-CO" dirty="0"/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785AE007-35FB-BB17-C166-E03046495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600" y="1825625"/>
                <a:ext cx="7543750" cy="4351338"/>
              </a:xfrm>
              <a:blipFill>
                <a:blip r:embed="rId3"/>
                <a:stretch>
                  <a:fillRect l="-404" t="-16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312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C622-8D20-C564-2E0E-E5B21786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EF766-B17B-3B94-DF09-8F05A56B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Temporal </a:t>
            </a:r>
            <a:r>
              <a:rPr lang="es-ES" dirty="0" err="1"/>
              <a:t>complexity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DCA6F1-62F0-079B-F906-4A5E2C048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9F7A487-B15E-737F-ABA3-76079F0C7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It indicates how the runtime of an algorithm grows as the size of the input increases.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other words: how much time an algorithm takes to complete its execution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Focus on:</a:t>
                </a:r>
              </a:p>
              <a:p>
                <a:r>
                  <a:rPr lang="en-US" dirty="0"/>
                  <a:t>Number of iterations</a:t>
                </a:r>
              </a:p>
              <a:p>
                <a:r>
                  <a:rPr lang="en-US" dirty="0"/>
                  <a:t>Comparisons</a:t>
                </a:r>
              </a:p>
              <a:p>
                <a:r>
                  <a:rPr lang="en-US" dirty="0"/>
                  <a:t>Operations performed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Usually expressed in terms of Big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s-CO" dirty="0"/>
                  <a:t> notation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9F7A487-B15E-737F-ABA3-76079F0C7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21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80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3808-6629-8998-A384-01B77DDC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B4DCD-F01C-8ACF-895F-D45B7592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Temporal </a:t>
            </a:r>
            <a:r>
              <a:rPr lang="es-ES" dirty="0" err="1"/>
              <a:t>complexity</a:t>
            </a:r>
            <a:r>
              <a:rPr lang="es-ES" dirty="0"/>
              <a:t> – Master </a:t>
            </a:r>
            <a:r>
              <a:rPr lang="es-ES" dirty="0" err="1"/>
              <a:t>Theorem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2DFDC2-478B-662A-8FBF-1174BBE1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B88430B-9C2D-083D-E173-494FA8831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s-CO" dirty="0"/>
                  <a:t>A </a:t>
                </a:r>
                <a:r>
                  <a:rPr lang="es-CO" dirty="0" err="1"/>
                  <a:t>shortcut</a:t>
                </a:r>
                <a:r>
                  <a:rPr lang="es-CO" dirty="0"/>
                  <a:t> </a:t>
                </a:r>
                <a:r>
                  <a:rPr lang="es-CO" dirty="0" err="1"/>
                  <a:t>used</a:t>
                </a:r>
                <a:r>
                  <a:rPr lang="es-CO" dirty="0"/>
                  <a:t> </a:t>
                </a:r>
                <a:r>
                  <a:rPr lang="es-CO" dirty="0" err="1"/>
                  <a:t>to</a:t>
                </a:r>
                <a:r>
                  <a:rPr lang="es-CO" dirty="0"/>
                  <a:t> determine </a:t>
                </a:r>
                <a:r>
                  <a:rPr lang="es-CO" dirty="0" err="1"/>
                  <a:t>the</a:t>
                </a:r>
                <a:r>
                  <a:rPr lang="es-CO" dirty="0"/>
                  <a:t> time </a:t>
                </a:r>
                <a:r>
                  <a:rPr lang="es-CO" dirty="0" err="1"/>
                  <a:t>complexity</a:t>
                </a:r>
                <a:r>
                  <a:rPr lang="es-CO" dirty="0"/>
                  <a:t> </a:t>
                </a:r>
                <a:r>
                  <a:rPr lang="es-CO" dirty="0" err="1"/>
                  <a:t>of</a:t>
                </a:r>
                <a:r>
                  <a:rPr lang="es-CO" dirty="0"/>
                  <a:t> </a:t>
                </a:r>
                <a:r>
                  <a:rPr lang="es-CO" dirty="0" err="1"/>
                  <a:t>many</a:t>
                </a:r>
                <a:r>
                  <a:rPr lang="es-CO" dirty="0"/>
                  <a:t> recursive </a:t>
                </a:r>
                <a:r>
                  <a:rPr lang="es-CO" dirty="0" err="1"/>
                  <a:t>algorithms</a:t>
                </a:r>
                <a:r>
                  <a:rPr lang="es-CO" dirty="0"/>
                  <a:t> </a:t>
                </a:r>
                <a:r>
                  <a:rPr lang="es-CO" dirty="0" err="1"/>
                  <a:t>without</a:t>
                </a:r>
                <a:r>
                  <a:rPr lang="es-CO" dirty="0"/>
                  <a:t> </a:t>
                </a:r>
                <a:r>
                  <a:rPr lang="es-CO" dirty="0" err="1"/>
                  <a:t>expanding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recursion</a:t>
                </a:r>
                <a:r>
                  <a:rPr lang="es-CO" dirty="0"/>
                  <a:t> </a:t>
                </a:r>
                <a:r>
                  <a:rPr lang="es-CO" dirty="0" err="1"/>
                  <a:t>tree</a:t>
                </a:r>
                <a:r>
                  <a:rPr lang="es-CO" dirty="0"/>
                  <a:t>.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dirty="0" err="1"/>
                  <a:t>It</a:t>
                </a:r>
                <a:r>
                  <a:rPr lang="es-CO" dirty="0"/>
                  <a:t> </a:t>
                </a:r>
                <a:r>
                  <a:rPr lang="es-CO" dirty="0" err="1"/>
                  <a:t>applies</a:t>
                </a:r>
                <a:r>
                  <a:rPr lang="es-CO" dirty="0"/>
                  <a:t> </a:t>
                </a:r>
                <a:r>
                  <a:rPr lang="es-CO" dirty="0" err="1"/>
                  <a:t>to</a:t>
                </a:r>
                <a:r>
                  <a:rPr lang="es-CO" dirty="0"/>
                  <a:t> </a:t>
                </a:r>
                <a:r>
                  <a:rPr lang="es-CO" dirty="0" err="1"/>
                  <a:t>recurrences</a:t>
                </a:r>
                <a:r>
                  <a:rPr lang="es-CO" dirty="0"/>
                  <a:t> </a:t>
                </a:r>
                <a:r>
                  <a:rPr lang="es-CO" dirty="0" err="1"/>
                  <a:t>of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form</a:t>
                </a:r>
                <a:r>
                  <a:rPr lang="es-CO" dirty="0"/>
                  <a:t>: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/>
                        <m:t>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 i="1"/>
                        <m:t>𝑎𝑇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r>
                                <a:rPr lang="ar-AE" i="1"/>
                                <m:t>𝑛</m:t>
                              </m:r>
                            </m:num>
                            <m:den>
                              <m:r>
                                <a:rPr lang="ar-AE" i="1"/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ar-AE"/>
                        <m:t>+</m:t>
                      </m:r>
                      <m:r>
                        <a:rPr lang="ar-AE" i="1"/>
                        <m:t>𝑓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CO" dirty="0" err="1"/>
                  <a:t>where</a:t>
                </a:r>
                <a:r>
                  <a:rPr lang="es-CO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CO" dirty="0"/>
                  <a:t> = </a:t>
                </a:r>
                <a:r>
                  <a:rPr lang="es-CO" dirty="0" err="1"/>
                  <a:t>number</a:t>
                </a:r>
                <a:r>
                  <a:rPr lang="es-CO" dirty="0"/>
                  <a:t> </a:t>
                </a:r>
                <a:r>
                  <a:rPr lang="es-CO" dirty="0" err="1"/>
                  <a:t>of</a:t>
                </a:r>
                <a:r>
                  <a:rPr lang="es-CO" dirty="0"/>
                  <a:t> recursive </a:t>
                </a:r>
                <a:r>
                  <a:rPr lang="es-CO" dirty="0" err="1"/>
                  <a:t>subproblems</a:t>
                </a:r>
                <a:r>
                  <a:rPr lang="es-CO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dirty="0"/>
                  <a:t> = factor </a:t>
                </a:r>
                <a:r>
                  <a:rPr lang="es-CO" dirty="0" err="1"/>
                  <a:t>by</a:t>
                </a:r>
                <a:r>
                  <a:rPr lang="es-CO" dirty="0"/>
                  <a:t> </a:t>
                </a:r>
                <a:r>
                  <a:rPr lang="es-CO" dirty="0" err="1"/>
                  <a:t>which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problem</a:t>
                </a:r>
                <a:r>
                  <a:rPr lang="es-CO" dirty="0"/>
                  <a:t> </a:t>
                </a:r>
                <a:r>
                  <a:rPr lang="es-CO" dirty="0" err="1"/>
                  <a:t>size</a:t>
                </a:r>
                <a:r>
                  <a:rPr lang="es-CO" dirty="0"/>
                  <a:t> </a:t>
                </a:r>
                <a:r>
                  <a:rPr lang="es-CO" dirty="0" err="1"/>
                  <a:t>is</a:t>
                </a:r>
                <a:r>
                  <a:rPr lang="es-CO" dirty="0"/>
                  <a:t> </a:t>
                </a:r>
                <a:r>
                  <a:rPr lang="es-CO" dirty="0" err="1"/>
                  <a:t>reduced</a:t>
                </a:r>
                <a:r>
                  <a:rPr lang="es-CO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CO" dirty="0"/>
                  <a:t> = </a:t>
                </a:r>
                <a:r>
                  <a:rPr lang="es-CO" dirty="0" err="1"/>
                  <a:t>work</a:t>
                </a:r>
                <a:r>
                  <a:rPr lang="es-CO" dirty="0"/>
                  <a:t> </a:t>
                </a:r>
                <a:r>
                  <a:rPr lang="es-CO" dirty="0" err="1"/>
                  <a:t>performed</a:t>
                </a:r>
                <a:r>
                  <a:rPr lang="es-CO" dirty="0"/>
                  <a:t> </a:t>
                </a:r>
                <a:r>
                  <a:rPr lang="es-CO" dirty="0" err="1"/>
                  <a:t>outside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recursive </a:t>
                </a:r>
                <a:r>
                  <a:rPr lang="es-CO" dirty="0" err="1"/>
                  <a:t>calls</a:t>
                </a:r>
                <a:r>
                  <a:rPr lang="es-CO" dirty="0"/>
                  <a:t> 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The </a:t>
                </a:r>
                <a:r>
                  <a:rPr lang="es-CO" dirty="0" err="1"/>
                  <a:t>key</a:t>
                </a:r>
                <a:r>
                  <a:rPr lang="es-CO" dirty="0"/>
                  <a:t> idea </a:t>
                </a:r>
                <a:r>
                  <a:rPr lang="es-CO" dirty="0" err="1"/>
                  <a:t>is</a:t>
                </a:r>
                <a:r>
                  <a:rPr lang="es-CO" dirty="0"/>
                  <a:t> </a:t>
                </a:r>
                <a:r>
                  <a:rPr lang="es-CO" dirty="0" err="1"/>
                  <a:t>to</a:t>
                </a:r>
                <a:r>
                  <a:rPr lang="es-CO" dirty="0"/>
                  <a:t> compare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with</a:t>
                </a:r>
                <a:r>
                  <a:rPr lang="es-C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/>
                          </m:ctrlPr>
                        </m:sSupPr>
                        <m:e>
                          <m:r>
                            <a:rPr lang="ar-AE" i="1"/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B88430B-9C2D-083D-E173-494FA8831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521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832C-3613-038F-A14F-8EB10246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667CA-63A0-462D-E7DF-C81758BE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Temporal </a:t>
            </a:r>
            <a:r>
              <a:rPr lang="es-ES" dirty="0" err="1"/>
              <a:t>complexity</a:t>
            </a:r>
            <a:r>
              <a:rPr lang="es-ES" dirty="0"/>
              <a:t> – Master </a:t>
            </a:r>
            <a:r>
              <a:rPr lang="es-ES" dirty="0" err="1"/>
              <a:t>Theorem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35DE5C-BE97-8FA0-3EC7-95A83A7B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75B24B3-9E0F-0B35-4CD5-71936DA8AD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CO" dirty="0"/>
                  <a:t>Case 1: Recursive </a:t>
                </a:r>
                <a:r>
                  <a:rPr lang="es-CO" dirty="0" err="1"/>
                  <a:t>work</a:t>
                </a:r>
                <a:r>
                  <a:rPr lang="es-CO" dirty="0"/>
                  <a:t> </a:t>
                </a:r>
                <a:r>
                  <a:rPr lang="es-CO" dirty="0" err="1"/>
                  <a:t>dominates</a:t>
                </a:r>
                <a:endParaRPr lang="es-CO" dirty="0"/>
              </a:p>
              <a:p>
                <a:pPr marL="0" indent="0">
                  <a:buNone/>
                </a:pPr>
                <a:r>
                  <a:rPr lang="es-CO" dirty="0" err="1"/>
                  <a:t>If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grows</a:t>
                </a:r>
                <a:r>
                  <a:rPr lang="es-CO" dirty="0"/>
                  <a:t> </a:t>
                </a:r>
                <a:r>
                  <a:rPr lang="es-CO" dirty="0" err="1"/>
                  <a:t>slower</a:t>
                </a:r>
                <a:r>
                  <a:rPr lang="es-CO" dirty="0"/>
                  <a:t> </a:t>
                </a:r>
                <a:r>
                  <a:rPr lang="es-CO" dirty="0" err="1"/>
                  <a:t>than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sup>
                    </m:sSup>
                  </m:oMath>
                </a14:m>
                <a:r>
                  <a:rPr lang="ar-A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/>
                        <m:t>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m:rPr>
                          <m:sty m:val="p"/>
                        </m:rPr>
                        <a:rPr lang="el-GR"/>
                        <m:t>Θ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MX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ar-AE" dirty="0"/>
              </a:p>
              <a:p>
                <a:r>
                  <a:rPr lang="es-CO" dirty="0"/>
                  <a:t>Case 2: Both </a:t>
                </a:r>
                <a:r>
                  <a:rPr lang="es-CO" dirty="0" err="1"/>
                  <a:t>grow</a:t>
                </a:r>
                <a:r>
                  <a:rPr lang="es-CO" dirty="0"/>
                  <a:t> at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same</a:t>
                </a:r>
                <a:r>
                  <a:rPr lang="es-CO" dirty="0"/>
                  <a:t> </a:t>
                </a:r>
                <a:r>
                  <a:rPr lang="es-CO" dirty="0" err="1"/>
                  <a:t>rate</a:t>
                </a:r>
                <a:endParaRPr lang="es-CO" dirty="0"/>
              </a:p>
              <a:p>
                <a:pPr marL="0" indent="0">
                  <a:buNone/>
                </a:pPr>
                <a:r>
                  <a:rPr lang="es-CO" dirty="0" err="1"/>
                  <a:t>If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CO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sup>
                    </m:sSup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have</a:t>
                </a:r>
                <a:r>
                  <a:rPr lang="es-CO" dirty="0"/>
                  <a:t>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same</a:t>
                </a:r>
                <a:r>
                  <a:rPr lang="es-CO" dirty="0"/>
                  <a:t> </a:t>
                </a:r>
                <a:r>
                  <a:rPr lang="es-CO" dirty="0" err="1"/>
                  <a:t>growth</a:t>
                </a:r>
                <a:r>
                  <a:rPr lang="es-CO" dirty="0"/>
                  <a:t> </a:t>
                </a:r>
                <a:r>
                  <a:rPr lang="es-CO" dirty="0" err="1"/>
                  <a:t>rate</a:t>
                </a:r>
                <a:r>
                  <a:rPr lang="es-C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/>
                        <m:t>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m:rPr>
                          <m:sty m:val="p"/>
                        </m:rPr>
                        <a:rPr lang="el-GR"/>
                        <m:t>Θ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MX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/>
                                <m:t>log</m:t>
                              </m:r>
                            </m:fName>
                            <m:e>
                              <m:r>
                                <a:rPr lang="ar-AE" i="1"/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ar-AE" dirty="0"/>
              </a:p>
              <a:p>
                <a:r>
                  <a:rPr lang="es-CO" dirty="0"/>
                  <a:t>Case 3: Non-recursive </a:t>
                </a:r>
                <a:r>
                  <a:rPr lang="es-CO" dirty="0" err="1"/>
                  <a:t>work</a:t>
                </a:r>
                <a:r>
                  <a:rPr lang="es-CO" dirty="0"/>
                  <a:t> </a:t>
                </a:r>
                <a:r>
                  <a:rPr lang="es-CO" dirty="0" err="1"/>
                  <a:t>dominates</a:t>
                </a:r>
                <a:endParaRPr lang="es-CO" dirty="0"/>
              </a:p>
              <a:p>
                <a:pPr marL="0" indent="0">
                  <a:buNone/>
                </a:pPr>
                <a:r>
                  <a:rPr lang="es-CO" dirty="0" err="1"/>
                  <a:t>If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grows</a:t>
                </a:r>
                <a:r>
                  <a:rPr lang="es-CO" dirty="0"/>
                  <a:t> </a:t>
                </a:r>
                <a:r>
                  <a:rPr lang="es-CO" dirty="0" err="1"/>
                  <a:t>faster</a:t>
                </a:r>
                <a:r>
                  <a:rPr lang="es-CO" dirty="0"/>
                  <a:t> </a:t>
                </a:r>
                <a:r>
                  <a:rPr lang="es-CO" dirty="0" err="1"/>
                  <a:t>than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sup>
                    </m:sSup>
                  </m:oMath>
                </a14:m>
                <a:r>
                  <a:rPr lang="ar-A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/>
                        <m:t>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m:rPr>
                          <m:sty m:val="p"/>
                        </m:rPr>
                        <a:rPr lang="el-GR"/>
                        <m:t>Θ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𝑓</m:t>
                          </m:r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75B24B3-9E0F-0B35-4CD5-71936DA8AD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886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AA24-2308-CF51-B1BB-2DC122C3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DF74C-32E9-28CE-07EF-9A878682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Temporal </a:t>
            </a:r>
            <a:r>
              <a:rPr lang="es-ES" dirty="0" err="1"/>
              <a:t>complexity</a:t>
            </a:r>
            <a:r>
              <a:rPr lang="es-ES" dirty="0"/>
              <a:t> – Master </a:t>
            </a:r>
            <a:r>
              <a:rPr lang="es-ES" dirty="0" err="1"/>
              <a:t>Theorem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DF9088-5D80-66C3-A081-C59CB97E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B8DB503-5696-D843-3B12-0F7BC91E1C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581555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Example: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CO" dirty="0" err="1"/>
                  <a:t>Each</a:t>
                </a:r>
                <a:r>
                  <a:rPr lang="es-CO" dirty="0"/>
                  <a:t> </a:t>
                </a:r>
                <a:r>
                  <a:rPr lang="es-CO" dirty="0" err="1"/>
                  <a:t>call</a:t>
                </a:r>
                <a:r>
                  <a:rPr lang="es-CO" dirty="0"/>
                  <a:t> </a:t>
                </a:r>
                <a:r>
                  <a:rPr lang="es-CO" dirty="0" err="1"/>
                  <a:t>to</a:t>
                </a:r>
                <a:r>
                  <a:rPr lang="es-CO" dirty="0"/>
                  <a:t> </a:t>
                </a:r>
                <a:r>
                  <a:rPr lang="es-CO" dirty="0" err="1"/>
                  <a:t>merge_sort</a:t>
                </a:r>
                <a:r>
                  <a:rPr lang="es-CO" dirty="0"/>
                  <a:t>():</a:t>
                </a:r>
              </a:p>
              <a:p>
                <a:r>
                  <a:rPr lang="es-CO" dirty="0"/>
                  <a:t>Divide </a:t>
                </a:r>
                <a:r>
                  <a:rPr lang="es-CO" dirty="0" err="1"/>
                  <a:t>the</a:t>
                </a:r>
                <a:r>
                  <a:rPr lang="es-CO" dirty="0"/>
                  <a:t> problema </a:t>
                </a:r>
                <a:r>
                  <a:rPr lang="es-CO" dirty="0" err="1"/>
                  <a:t>into</a:t>
                </a:r>
                <a:r>
                  <a:rPr lang="es-CO" dirty="0"/>
                  <a:t> 2 </a:t>
                </a:r>
                <a:r>
                  <a:rPr lang="es-CO" dirty="0" err="1"/>
                  <a:t>subproblems</a:t>
                </a:r>
                <a:r>
                  <a:rPr lang="es-CO" dirty="0"/>
                  <a:t> → </a:t>
                </a:r>
                <a14:m>
                  <m:oMath xmlns:m="http://schemas.openxmlformats.org/officeDocument/2006/math">
                    <m:r>
                      <a:rPr lang="es-CO" i="1"/>
                      <m:t>𝑎</m:t>
                    </m:r>
                    <m:r>
                      <a:rPr lang="es-CO"/>
                      <m:t>=2</m:t>
                    </m:r>
                  </m:oMath>
                </a14:m>
                <a:endParaRPr lang="es-CO" dirty="0"/>
              </a:p>
              <a:p>
                <a:r>
                  <a:rPr lang="es-CO" dirty="0" err="1"/>
                  <a:t>Each</a:t>
                </a:r>
                <a:r>
                  <a:rPr lang="es-CO" dirty="0"/>
                  <a:t> </a:t>
                </a:r>
                <a:r>
                  <a:rPr lang="es-CO" dirty="0" err="1"/>
                  <a:t>subproblem</a:t>
                </a:r>
                <a:r>
                  <a:rPr lang="es-CO" dirty="0"/>
                  <a:t> has </a:t>
                </a:r>
                <a:r>
                  <a:rPr lang="es-CO" dirty="0" err="1"/>
                  <a:t>size</a:t>
                </a:r>
                <a:r>
                  <a:rPr lang="es-CO" dirty="0"/>
                  <a:t> n/2 → </a:t>
                </a:r>
                <a14:m>
                  <m:oMath xmlns:m="http://schemas.openxmlformats.org/officeDocument/2006/math">
                    <m:r>
                      <a:rPr lang="es-CO" i="1"/>
                      <m:t>𝑏</m:t>
                    </m:r>
                    <m:r>
                      <a:rPr lang="es-CO"/>
                      <m:t>=2</m:t>
                    </m:r>
                  </m:oMath>
                </a14:m>
                <a:endParaRPr lang="es-CO" dirty="0"/>
              </a:p>
              <a:p>
                <a:r>
                  <a:rPr lang="es-CO" dirty="0" err="1"/>
                  <a:t>Function</a:t>
                </a:r>
                <a:r>
                  <a:rPr lang="es-CO" dirty="0"/>
                  <a:t> </a:t>
                </a:r>
                <a:r>
                  <a:rPr lang="es-CO" dirty="0" err="1"/>
                  <a:t>merge</a:t>
                </a:r>
                <a:r>
                  <a:rPr lang="es-CO" dirty="0"/>
                  <a:t>() </a:t>
                </a:r>
                <a:r>
                  <a:rPr lang="es-CO" dirty="0" err="1"/>
                  <a:t>scans</a:t>
                </a:r>
                <a:r>
                  <a:rPr lang="es-CO" dirty="0"/>
                  <a:t> </a:t>
                </a:r>
                <a:r>
                  <a:rPr lang="es-CO" dirty="0" err="1"/>
                  <a:t>all</a:t>
                </a:r>
                <a:r>
                  <a:rPr lang="es-CO" dirty="0"/>
                  <a:t> </a:t>
                </a:r>
                <a:r>
                  <a:rPr lang="es-CO" dirty="0" err="1"/>
                  <a:t>elements</a:t>
                </a:r>
                <a:r>
                  <a:rPr lang="es-CO" dirty="0"/>
                  <a:t> once → </a:t>
                </a:r>
                <a14:m>
                  <m:oMath xmlns:m="http://schemas.openxmlformats.org/officeDocument/2006/math">
                    <m:r>
                      <a:rPr lang="es-CO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𝑛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𝑛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s-CO" dirty="0"/>
                  <a:t>Thus: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/>
                        <m:t>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2</m:t>
                      </m:r>
                      <m:r>
                        <a:rPr lang="ar-AE" i="1"/>
                        <m:t>𝑇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r>
                                <a:rPr lang="ar-AE" i="1"/>
                                <m:t>𝑛</m:t>
                              </m:r>
                            </m:num>
                            <m:den>
                              <m:r>
                                <a:rPr lang="ar-AE"/>
                                <m:t>2</m:t>
                              </m:r>
                            </m:den>
                          </m:f>
                        </m:e>
                      </m:d>
                      <m:r>
                        <a:rPr lang="ar-AE"/>
                        <m:t>+</m:t>
                      </m:r>
                      <m:r>
                        <a:rPr lang="ar-AE" i="1"/>
                        <m:t>𝑛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s-MX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Case 2: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B8DB503-5696-D843-3B12-0F7BC91E1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5815558" cy="4351338"/>
              </a:xfrm>
              <a:blipFill>
                <a:blip r:embed="rId2"/>
                <a:stretch>
                  <a:fillRect l="-1258" t="-1541" b="-15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49F65FC5-8E77-9A40-DF2B-80691C83B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54" y="1469432"/>
            <a:ext cx="2844946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6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D997-1F63-A1B1-5848-70703C9F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668A9-8DD6-F729-03F5-2B42D461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Spatial</a:t>
            </a:r>
            <a:r>
              <a:rPr lang="es-ES" dirty="0"/>
              <a:t> </a:t>
            </a:r>
            <a:r>
              <a:rPr lang="es-ES" dirty="0" err="1"/>
              <a:t>complexity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23054E-6550-47D9-172D-9071C18B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E805515-05D9-9577-F762-9A0290929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It indicates how much memory an algorithm consumes as the size of the input increases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other words: how much memory an algorithm uses, often expressed in terms of memory allocation.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Focus on:</a:t>
            </a:r>
          </a:p>
          <a:p>
            <a:r>
              <a:rPr lang="en-US" dirty="0"/>
              <a:t>Number of variables</a:t>
            </a:r>
          </a:p>
          <a:p>
            <a:r>
              <a:rPr lang="en-US" dirty="0"/>
              <a:t>Data structures</a:t>
            </a:r>
          </a:p>
          <a:p>
            <a:r>
              <a:rPr lang="en-US" dirty="0"/>
              <a:t>Auxiliary space required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Essential</a:t>
            </a:r>
            <a:r>
              <a:rPr lang="es-ES" dirty="0"/>
              <a:t> in </a:t>
            </a:r>
            <a:r>
              <a:rPr lang="en-US" dirty="0"/>
              <a:t>memory-constrained environments such as embedded systems or when dealing with large datasets.</a:t>
            </a:r>
            <a:endParaRPr lang="es-E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77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compute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complexity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2FA43D1B-4B5E-78B4-F058-D374D86D2D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81826617"/>
                  </p:ext>
                </p:extLst>
              </p:nvPr>
            </p:nvGraphicFramePr>
            <p:xfrm>
              <a:off x="179512" y="1412776"/>
              <a:ext cx="8784976" cy="508009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2FA43D1B-4B5E-78B4-F058-D374D86D2D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81826617"/>
                  </p:ext>
                </p:extLst>
              </p:nvPr>
            </p:nvGraphicFramePr>
            <p:xfrm>
              <a:off x="179512" y="1412776"/>
              <a:ext cx="8784976" cy="508009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27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compute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complexity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2FA43D1B-4B5E-78B4-F058-D374D86D2D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73603940"/>
                  </p:ext>
                </p:extLst>
              </p:nvPr>
            </p:nvGraphicFramePr>
            <p:xfrm>
              <a:off x="179512" y="1412776"/>
              <a:ext cx="8784976" cy="508009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2FA43D1B-4B5E-78B4-F058-D374D86D2D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73603940"/>
                  </p:ext>
                </p:extLst>
              </p:nvPr>
            </p:nvGraphicFramePr>
            <p:xfrm>
              <a:off x="179512" y="1412776"/>
              <a:ext cx="8784976" cy="508009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8822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optimization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ADE831-2679-DD8D-C0C7-FA6303F12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 err="1"/>
              <a:t>There</a:t>
            </a:r>
            <a:r>
              <a:rPr lang="es-ES" dirty="0"/>
              <a:t> are </a:t>
            </a:r>
            <a:r>
              <a:rPr lang="es-ES" dirty="0" err="1"/>
              <a:t>several</a:t>
            </a:r>
            <a:r>
              <a:rPr lang="es-ES" dirty="0"/>
              <a:t> </a:t>
            </a:r>
            <a:r>
              <a:rPr lang="es-ES" dirty="0" err="1"/>
              <a:t>strategies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optimize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algorithms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Complexity</a:t>
            </a:r>
            <a:r>
              <a:rPr lang="es-ES" dirty="0"/>
              <a:t> </a:t>
            </a:r>
            <a:r>
              <a:rPr lang="es-ES" dirty="0" err="1"/>
              <a:t>analysis</a:t>
            </a:r>
            <a:endParaRPr lang="es-ES" dirty="0"/>
          </a:p>
          <a:p>
            <a:r>
              <a:rPr lang="es-ES" dirty="0"/>
              <a:t>Use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efficient</a:t>
            </a:r>
            <a:r>
              <a:rPr lang="es-ES" dirty="0"/>
              <a:t> data </a:t>
            </a:r>
            <a:r>
              <a:rPr lang="es-ES" dirty="0" err="1"/>
              <a:t>structures</a:t>
            </a:r>
            <a:r>
              <a:rPr lang="es-ES" dirty="0"/>
              <a:t>, </a:t>
            </a:r>
            <a:r>
              <a:rPr lang="es-ES" dirty="0" err="1"/>
              <a:t>e.g</a:t>
            </a:r>
            <a:r>
              <a:rPr lang="es-ES" dirty="0"/>
              <a:t>. </a:t>
            </a:r>
            <a:r>
              <a:rPr lang="es-ES" dirty="0" err="1"/>
              <a:t>dictionaries</a:t>
            </a:r>
            <a:r>
              <a:rPr lang="es-ES" dirty="0"/>
              <a:t> vs. </a:t>
            </a:r>
            <a:r>
              <a:rPr lang="es-ES" dirty="0" err="1"/>
              <a:t>Lists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Access</a:t>
            </a:r>
          </a:p>
          <a:p>
            <a:r>
              <a:rPr lang="es-ES" dirty="0" err="1"/>
              <a:t>Efficent</a:t>
            </a:r>
            <a:r>
              <a:rPr lang="es-ES" dirty="0"/>
              <a:t> </a:t>
            </a:r>
            <a:r>
              <a:rPr lang="es-ES" dirty="0" err="1"/>
              <a:t>algorithms</a:t>
            </a:r>
            <a:endParaRPr lang="es-ES" dirty="0"/>
          </a:p>
          <a:p>
            <a:r>
              <a:rPr lang="es-ES" dirty="0" err="1"/>
              <a:t>Loops</a:t>
            </a:r>
            <a:r>
              <a:rPr lang="es-ES" dirty="0"/>
              <a:t> </a:t>
            </a:r>
            <a:r>
              <a:rPr lang="es-ES" dirty="0" err="1"/>
              <a:t>optimization</a:t>
            </a:r>
            <a:endParaRPr lang="es-ES" dirty="0"/>
          </a:p>
          <a:p>
            <a:r>
              <a:rPr lang="es-ES" dirty="0" err="1"/>
              <a:t>Avoiding</a:t>
            </a:r>
            <a:r>
              <a:rPr lang="es-ES" dirty="0"/>
              <a:t> </a:t>
            </a:r>
            <a:r>
              <a:rPr lang="es-ES" dirty="0" err="1"/>
              <a:t>duplicate</a:t>
            </a:r>
            <a:r>
              <a:rPr lang="es-ES" dirty="0"/>
              <a:t> </a:t>
            </a:r>
            <a:r>
              <a:rPr lang="es-ES" dirty="0" err="1"/>
              <a:t>calculations</a:t>
            </a:r>
            <a:endParaRPr lang="es-ES" dirty="0"/>
          </a:p>
          <a:p>
            <a:r>
              <a:rPr lang="es-ES" dirty="0"/>
              <a:t>Divide-and-</a:t>
            </a:r>
            <a:r>
              <a:rPr lang="es-ES" dirty="0" err="1"/>
              <a:t>conquer</a:t>
            </a:r>
            <a:r>
              <a:rPr lang="es-ES" dirty="0"/>
              <a:t> (Dynamic </a:t>
            </a:r>
            <a:r>
              <a:rPr lang="es-ES" dirty="0" err="1"/>
              <a:t>programming</a:t>
            </a:r>
            <a:r>
              <a:rPr lang="es-ES" dirty="0"/>
              <a:t>)</a:t>
            </a:r>
          </a:p>
          <a:p>
            <a:r>
              <a:rPr lang="es-ES" dirty="0" err="1"/>
              <a:t>Removing</a:t>
            </a:r>
            <a:r>
              <a:rPr lang="es-ES" dirty="0"/>
              <a:t> </a:t>
            </a:r>
            <a:r>
              <a:rPr lang="es-ES" dirty="0" err="1"/>
              <a:t>dead</a:t>
            </a:r>
            <a:r>
              <a:rPr lang="es-ES" dirty="0"/>
              <a:t> </a:t>
            </a:r>
            <a:r>
              <a:rPr lang="es-ES" dirty="0" err="1"/>
              <a:t>code</a:t>
            </a:r>
            <a:r>
              <a:rPr lang="es-ES" dirty="0"/>
              <a:t> </a:t>
            </a:r>
          </a:p>
          <a:p>
            <a:r>
              <a:rPr lang="es-ES" dirty="0" err="1"/>
              <a:t>Optimizing</a:t>
            </a:r>
            <a:r>
              <a:rPr lang="es-ES" dirty="0"/>
              <a:t> </a:t>
            </a:r>
            <a:r>
              <a:rPr lang="es-ES" dirty="0" err="1"/>
              <a:t>critical</a:t>
            </a:r>
            <a:r>
              <a:rPr lang="es-ES" dirty="0"/>
              <a:t> </a:t>
            </a:r>
            <a:r>
              <a:rPr lang="es-ES" dirty="0" err="1"/>
              <a:t>operations</a:t>
            </a:r>
            <a:endParaRPr lang="es-ES" dirty="0"/>
          </a:p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profiling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use profiling tools to identify parts of the code that consume the most resources </a:t>
            </a:r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32259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97137-4EA9-D3C3-2C8D-E5661617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50918-2E26-4A2E-E29B-E49DE01F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types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E8937E-514D-36D1-0287-09470F6F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2050" name="Picture 2" descr="algorithm examples">
            <a:extLst>
              <a:ext uri="{FF2B5EF4-FFF2-40B4-BE49-F238E27FC236}">
                <a16:creationId xmlns:a16="http://schemas.microsoft.com/office/drawing/2014/main" id="{1AE01B1B-173B-322E-72B3-CAFA354BCB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43894"/>
            <a:ext cx="7315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033E0-5930-0821-7DC9-4B381E7B86C8}"/>
              </a:ext>
            </a:extLst>
          </p:cNvPr>
          <p:cNvSpPr txBox="1"/>
          <p:nvPr/>
        </p:nvSpPr>
        <p:spPr>
          <a:xfrm>
            <a:off x="1043608" y="6104329"/>
            <a:ext cx="52565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https://www.lavivienpost.com/algorithms-types-and-algorithm-examples/</a:t>
            </a:r>
          </a:p>
        </p:txBody>
      </p:sp>
    </p:spTree>
    <p:extLst>
      <p:ext uri="{BB962C8B-B14F-4D97-AF65-F5344CB8AC3E}">
        <p14:creationId xmlns:p14="http://schemas.microsoft.com/office/powerpoint/2010/main" val="3181408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dy Algorithms | Brilliant Math &amp; Science Wiki">
            <a:extLst>
              <a:ext uri="{FF2B5EF4-FFF2-40B4-BE49-F238E27FC236}">
                <a16:creationId xmlns:a16="http://schemas.microsoft.com/office/drawing/2014/main" id="{78A71A4B-E6F8-29B7-2EB1-432F339F0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45024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/>
              <a:t>Algorithm types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ADE831-2679-DD8D-C0C7-FA6303F12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en-US" b="1" dirty="0"/>
              <a:t>Greedy algorithm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makes locally optimal choices at each step with the hope of finding a global optimum. </a:t>
            </a:r>
          </a:p>
          <a:p>
            <a:pPr marL="0" indent="0">
              <a:buNone/>
            </a:pPr>
            <a:r>
              <a:rPr lang="en-US" b="1" dirty="0"/>
              <a:t>Pros:</a:t>
            </a:r>
            <a:r>
              <a:rPr lang="en-US" dirty="0"/>
              <a:t> Simple, straightforward, efficient (time complexity)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Cons: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Optimal solution is not guaranteed (local optima)</a:t>
            </a:r>
          </a:p>
          <a:p>
            <a:pPr marL="0" indent="0">
              <a:buNone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0" indent="0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0" indent="0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“It is essentially a mathematical process that, by deciding which next step will provide the most obvious benefit, hunts for simple solutions (which are easy to implement)” </a:t>
            </a:r>
            <a:r>
              <a:rPr lang="en-US" sz="1300" b="0" i="0" dirty="0">
                <a:solidFill>
                  <a:srgbClr val="0D0D0D"/>
                </a:solidFill>
                <a:effectLst/>
                <a:latin typeface="Söhne"/>
              </a:rPr>
              <a:t>https://www.engati.com/glossary/greedy-algorithm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7006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types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ADE831-2679-DD8D-C0C7-FA6303F1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3753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Divide and Conquer Algorithm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recursively breaks down a problem into smaller subproblems, solve them independently, and then combine their solutions to solve the original problem.</a:t>
            </a:r>
          </a:p>
          <a:p>
            <a:pPr marL="0" indent="0">
              <a:buNone/>
            </a:pPr>
            <a:r>
              <a:rPr lang="en-US" b="1" dirty="0"/>
              <a:t>Pros:</a:t>
            </a:r>
            <a:r>
              <a:rPr lang="en-US" dirty="0"/>
              <a:t> Efficient for recursive problems, elegant and straightforward solutions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Cons: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Can have high spatial complexity, not efficient for all problems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2050" name="Picture 2" descr="Algorithmic Paradigms - Divide and Conquer – Study Algorithms – Theory">
            <a:extLst>
              <a:ext uri="{FF2B5EF4-FFF2-40B4-BE49-F238E27FC236}">
                <a16:creationId xmlns:a16="http://schemas.microsoft.com/office/drawing/2014/main" id="{70CFC551-B155-A8A1-2F39-998F336E6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592834"/>
            <a:ext cx="4074189" cy="2816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E0EF6F9-F54F-7194-7988-9DE7B621EC76}"/>
              </a:ext>
            </a:extLst>
          </p:cNvPr>
          <p:cNvSpPr txBox="1"/>
          <p:nvPr/>
        </p:nvSpPr>
        <p:spPr>
          <a:xfrm>
            <a:off x="5167469" y="5452165"/>
            <a:ext cx="39765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/>
              <a:t>https://studyalgorithms.com/theory/algorithmic-paradigms-divide-and-conquer/</a:t>
            </a:r>
          </a:p>
        </p:txBody>
      </p:sp>
    </p:spTree>
    <p:extLst>
      <p:ext uri="{BB962C8B-B14F-4D97-AF65-F5344CB8AC3E}">
        <p14:creationId xmlns:p14="http://schemas.microsoft.com/office/powerpoint/2010/main" val="4258890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types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ADE831-2679-DD8D-C0C7-FA6303F1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58331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Dynamic programming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solves complex problems by breaking them into simpler subproblems and storing the solutions to avoid redundant computations.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r>
              <a:rPr lang="en-US" b="1" dirty="0"/>
              <a:t>Pros:</a:t>
            </a:r>
            <a:r>
              <a:rPr lang="en-US" dirty="0"/>
              <a:t> Optimal solutions for many problems, avoids redundant computations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Cons: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Can have high spatial complexity, not suitable for problems with overlapping subproblems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A92068-C9E3-4864-5B1A-FEE0C5E0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730" y="4164564"/>
            <a:ext cx="3505689" cy="119079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3A5593-F529-1BCF-464C-7F4D0A920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730" y="2485893"/>
            <a:ext cx="2762636" cy="9431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41BE770-154E-0C36-F625-8AFC57C1D92E}"/>
                  </a:ext>
                </a:extLst>
              </p:cNvPr>
              <p:cNvSpPr txBox="1"/>
              <p:nvPr/>
            </p:nvSpPr>
            <p:spPr>
              <a:xfrm>
                <a:off x="8378704" y="2818946"/>
                <a:ext cx="6560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41BE770-154E-0C36-F625-8AFC57C1D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704" y="2818946"/>
                <a:ext cx="656077" cy="276999"/>
              </a:xfrm>
              <a:prstGeom prst="rect">
                <a:avLst/>
              </a:prstGeom>
              <a:blipFill>
                <a:blip r:embed="rId4"/>
                <a:stretch>
                  <a:fillRect l="-7407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63C8A38-3DE2-1E89-F255-8DC0238A8208}"/>
                  </a:ext>
                </a:extLst>
              </p:cNvPr>
              <p:cNvSpPr txBox="1"/>
              <p:nvPr/>
            </p:nvSpPr>
            <p:spPr>
              <a:xfrm>
                <a:off x="8435419" y="4468130"/>
                <a:ext cx="542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63C8A38-3DE2-1E89-F255-8DC0238A8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19" y="4468130"/>
                <a:ext cx="542649" cy="276999"/>
              </a:xfrm>
              <a:prstGeom prst="rect">
                <a:avLst/>
              </a:prstGeom>
              <a:blipFill>
                <a:blip r:embed="rId5"/>
                <a:stretch>
                  <a:fillRect l="-10112" b="-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81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types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ADE831-2679-DD8D-C0C7-FA6303F1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8074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Backtracking algorithm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systematically explores all possible solutions to a problem by trying each option recursively and backtracking when a solution is found to be invalid.</a:t>
            </a:r>
          </a:p>
          <a:p>
            <a:pPr marL="0" indent="0">
              <a:buNone/>
            </a:pPr>
            <a:r>
              <a:rPr lang="en-US" b="1" dirty="0"/>
              <a:t>Pros:</a:t>
            </a:r>
            <a:r>
              <a:rPr lang="en-US" dirty="0"/>
              <a:t> Guarantees finding a solution if it exists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Cons: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Computationally expensive in problems with large search space, not efficient in problems with redundant paths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4098" name="Picture 2" descr="Backtracking Algorithm">
            <a:extLst>
              <a:ext uri="{FF2B5EF4-FFF2-40B4-BE49-F238E27FC236}">
                <a16:creationId xmlns:a16="http://schemas.microsoft.com/office/drawing/2014/main" id="{2BC434E9-C6B7-7C68-15AE-0A1F52615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793" y="2564904"/>
            <a:ext cx="4043946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AE75567-E1C9-7D10-5E95-A10569D334F9}"/>
              </a:ext>
            </a:extLst>
          </p:cNvPr>
          <p:cNvSpPr txBox="1"/>
          <p:nvPr/>
        </p:nvSpPr>
        <p:spPr>
          <a:xfrm>
            <a:off x="5326639" y="4885497"/>
            <a:ext cx="37098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https://www.programiz.com/dsa/backtracking-algorithm</a:t>
            </a:r>
          </a:p>
        </p:txBody>
      </p:sp>
    </p:spTree>
    <p:extLst>
      <p:ext uri="{BB962C8B-B14F-4D97-AF65-F5344CB8AC3E}">
        <p14:creationId xmlns:p14="http://schemas.microsoft.com/office/powerpoint/2010/main" val="1361840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types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5ADE831-2679-DD8D-C0C7-FA6303F128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286323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5. Binary search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finds the position of a target value within a sorted array by repeatedly dividing the search interval in half.</a:t>
                </a:r>
              </a:p>
              <a:p>
                <a:pPr marL="0" indent="0">
                  <a:buNone/>
                </a:pPr>
                <a:r>
                  <a:rPr lang="en-US" b="1" dirty="0"/>
                  <a:t>Pros: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i="0" dirty="0">
                    <a:solidFill>
                      <a:srgbClr val="0D0D0D"/>
                    </a:solidFill>
                    <a:effectLst/>
                    <a:latin typeface="Söhne"/>
                  </a:rPr>
                  <a:t>Cons: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Söhne"/>
                  </a:rPr>
                  <a:t>Requires a sorted input, not suitable for dynamic data structures</a:t>
                </a:r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5ADE831-2679-DD8D-C0C7-FA6303F12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2863230" cy="4351338"/>
              </a:xfrm>
              <a:blipFill>
                <a:blip r:embed="rId2"/>
                <a:stretch>
                  <a:fillRect l="-2553" t="-1541" r="-85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Binary Search - Data Structure and Algorithm Tutorials - GeeksforGeeks">
            <a:extLst>
              <a:ext uri="{FF2B5EF4-FFF2-40B4-BE49-F238E27FC236}">
                <a16:creationId xmlns:a16="http://schemas.microsoft.com/office/drawing/2014/main" id="{C44EB186-8E6D-D177-9C4C-3BDBDA1A7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87" y="2132856"/>
            <a:ext cx="5528591" cy="307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6278E57-7E97-2D89-246C-9227428C6BA8}"/>
              </a:ext>
            </a:extLst>
          </p:cNvPr>
          <p:cNvSpPr txBox="1"/>
          <p:nvPr/>
        </p:nvSpPr>
        <p:spPr>
          <a:xfrm>
            <a:off x="3707904" y="5238853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https://www.geeksforgeeks.org/binary-search/</a:t>
            </a:r>
          </a:p>
        </p:txBody>
      </p:sp>
    </p:spTree>
    <p:extLst>
      <p:ext uri="{BB962C8B-B14F-4D97-AF65-F5344CB8AC3E}">
        <p14:creationId xmlns:p14="http://schemas.microsoft.com/office/powerpoint/2010/main" val="2593503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Sorting</a:t>
            </a:r>
            <a:r>
              <a:rPr lang="es-ES" dirty="0"/>
              <a:t> </a:t>
            </a:r>
            <a:r>
              <a:rPr lang="es-ES" dirty="0" err="1"/>
              <a:t>algorithms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5ADE831-2679-DD8D-C0C7-FA6303F128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6. Sorting algorithms</a:t>
                </a:r>
              </a:p>
              <a:p>
                <a:pPr marL="0" indent="0">
                  <a:buNone/>
                </a:pPr>
                <a:r>
                  <a:rPr lang="en-US" dirty="0"/>
                  <a:t>Algorithms that arrange elements of a list or data structure in a particular order.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Sorting problem: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Input: 	A sequence of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numbers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n-US" dirty="0"/>
                  <a:t>Output: 	A permutation (reordering) of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numbers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Sup>
                          <m:sSub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s-CO" dirty="0"/>
                  <a:t> 			</a:t>
                </a:r>
                <a:r>
                  <a:rPr lang="es-CO" dirty="0" err="1"/>
                  <a:t>of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dirty="0"/>
                  <a:t> </a:t>
                </a:r>
                <a:r>
                  <a:rPr lang="es-CO" dirty="0" err="1"/>
                  <a:t>such</a:t>
                </a:r>
                <a:r>
                  <a:rPr lang="es-CO" dirty="0"/>
                  <a:t> </a:t>
                </a:r>
                <a:r>
                  <a:rPr lang="es-CO" dirty="0" err="1"/>
                  <a:t>that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5ADE831-2679-DD8D-C0C7-FA6303F12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B066-DE3D-2EEE-5E6C-51F8EA34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64FB4-F196-E0AA-6679-097E6EC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Sorting</a:t>
            </a:r>
            <a:r>
              <a:rPr lang="es-ES" dirty="0"/>
              <a:t> </a:t>
            </a:r>
            <a:r>
              <a:rPr lang="es-ES" dirty="0" err="1"/>
              <a:t>algorithms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CD44FE-8334-F5F1-EB8E-F7807F79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5122" name="Picture 2" descr="Summary of 5 types of sorting in programming (Part 1) | by Kami Lam | Medium">
            <a:extLst>
              <a:ext uri="{FF2B5EF4-FFF2-40B4-BE49-F238E27FC236}">
                <a16:creationId xmlns:a16="http://schemas.microsoft.com/office/drawing/2014/main" id="{911BC23D-528F-3631-1921-1945391C0F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27" y="1825625"/>
            <a:ext cx="621054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595634-364A-01AE-ED25-7F025E2D2B0D}"/>
              </a:ext>
            </a:extLst>
          </p:cNvPr>
          <p:cNvSpPr txBox="1"/>
          <p:nvPr/>
        </p:nvSpPr>
        <p:spPr>
          <a:xfrm>
            <a:off x="1691680" y="5850234"/>
            <a:ext cx="59855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/>
              <a:t>https://medium.com/@kamiviolet/how-to-sort-data-summary-of-5-types-of-sorting-in-programming-part-1-6e81084413f</a:t>
            </a:r>
          </a:p>
        </p:txBody>
      </p:sp>
    </p:spTree>
    <p:extLst>
      <p:ext uri="{BB962C8B-B14F-4D97-AF65-F5344CB8AC3E}">
        <p14:creationId xmlns:p14="http://schemas.microsoft.com/office/powerpoint/2010/main" val="29923279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4837</TotalTime>
  <Words>2385</Words>
  <Application>Microsoft Office PowerPoint</Application>
  <PresentationFormat>Presentación en pantalla (4:3)</PresentationFormat>
  <Paragraphs>310</Paragraphs>
  <Slides>30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Courier New</vt:lpstr>
      <vt:lpstr>Söhne</vt:lpstr>
      <vt:lpstr>Wingdings</vt:lpstr>
      <vt:lpstr>Tema de Office</vt:lpstr>
      <vt:lpstr>SCIENTIFIC COMPUTING  Algorithms and computational complexity</vt:lpstr>
      <vt:lpstr>Algorithms</vt:lpstr>
      <vt:lpstr>Problems solved by algorithms</vt:lpstr>
      <vt:lpstr>Big Omicron (Ο) notation</vt:lpstr>
      <vt:lpstr>Big Ο notation</vt:lpstr>
      <vt:lpstr>Common big Ο notations</vt:lpstr>
      <vt:lpstr>Common big Ο notations examples</vt:lpstr>
      <vt:lpstr>Common big Ο notations examples</vt:lpstr>
      <vt:lpstr>Common big Ο notations</vt:lpstr>
      <vt:lpstr>Summing complexities</vt:lpstr>
      <vt:lpstr>Limitations of the big Ο notation</vt:lpstr>
      <vt:lpstr>Ο vs. Θ vs. Ω</vt:lpstr>
      <vt:lpstr>Ο vs. Θ vs. Ω</vt:lpstr>
      <vt:lpstr>Ο vs. Θ vs. Ω</vt:lpstr>
      <vt:lpstr>Temporal complexity</vt:lpstr>
      <vt:lpstr>Temporal complexity – Master Theorem</vt:lpstr>
      <vt:lpstr>Temporal complexity – Master Theorem</vt:lpstr>
      <vt:lpstr>Temporal complexity – Master Theorem</vt:lpstr>
      <vt:lpstr>Spatial complexity</vt:lpstr>
      <vt:lpstr>How to compute the complexity</vt:lpstr>
      <vt:lpstr>How to compute the complexity</vt:lpstr>
      <vt:lpstr>Algorithm optimization</vt:lpstr>
      <vt:lpstr>Algorithm types</vt:lpstr>
      <vt:lpstr>Algorithm types</vt:lpstr>
      <vt:lpstr>Algorithm types</vt:lpstr>
      <vt:lpstr>Algorithm types</vt:lpstr>
      <vt:lpstr>Algorithm types</vt:lpstr>
      <vt:lpstr>Algorithm types</vt:lpstr>
      <vt:lpstr>Sorting algorithms</vt:lpstr>
      <vt:lpstr>Sorting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ESTUDIANTES MATRICULADOS  2010-02 ROBLEDO - FRATERNIDAD</dc:title>
  <dc:creator>marjoriebedoya</dc:creator>
  <cp:lastModifiedBy>Sebastian Roldan Vasco</cp:lastModifiedBy>
  <cp:revision>244</cp:revision>
  <cp:lastPrinted>2013-04-04T20:52:12Z</cp:lastPrinted>
  <dcterms:created xsi:type="dcterms:W3CDTF">2011-02-03T15:57:38Z</dcterms:created>
  <dcterms:modified xsi:type="dcterms:W3CDTF">2026-05-22T21:47:12Z</dcterms:modified>
</cp:coreProperties>
</file>