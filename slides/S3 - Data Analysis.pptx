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77" r:id="rId3"/>
    <p:sldId id="333" r:id="rId4"/>
    <p:sldId id="278" r:id="rId5"/>
    <p:sldId id="334" r:id="rId6"/>
    <p:sldId id="335" r:id="rId7"/>
    <p:sldId id="292" r:id="rId8"/>
    <p:sldId id="307" r:id="rId9"/>
    <p:sldId id="294" r:id="rId10"/>
    <p:sldId id="308" r:id="rId11"/>
    <p:sldId id="309" r:id="rId12"/>
    <p:sldId id="293" r:id="rId13"/>
    <p:sldId id="313" r:id="rId14"/>
    <p:sldId id="310" r:id="rId15"/>
    <p:sldId id="316" r:id="rId16"/>
    <p:sldId id="314" r:id="rId17"/>
    <p:sldId id="311" r:id="rId18"/>
    <p:sldId id="312" r:id="rId19"/>
    <p:sldId id="315" r:id="rId20"/>
    <p:sldId id="326" r:id="rId21"/>
    <p:sldId id="339" r:id="rId22"/>
    <p:sldId id="327" r:id="rId23"/>
    <p:sldId id="302" r:id="rId24"/>
    <p:sldId id="317" r:id="rId25"/>
    <p:sldId id="329" r:id="rId26"/>
    <p:sldId id="337" r:id="rId27"/>
    <p:sldId id="338" r:id="rId28"/>
    <p:sldId id="336" r:id="rId29"/>
    <p:sldId id="331" r:id="rId30"/>
    <p:sldId id="332" r:id="rId31"/>
    <p:sldId id="330" r:id="rId32"/>
    <p:sldId id="321" r:id="rId33"/>
    <p:sldId id="325" r:id="rId34"/>
    <p:sldId id="319" r:id="rId35"/>
    <p:sldId id="322" r:id="rId36"/>
    <p:sldId id="328" r:id="rId3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50" autoAdjust="0"/>
    <p:restoredTop sz="94660"/>
  </p:normalViewPr>
  <p:slideViewPr>
    <p:cSldViewPr snapToGrid="0">
      <p:cViewPr varScale="1">
        <p:scale>
          <a:sx n="63" d="100"/>
          <a:sy n="63" d="100"/>
        </p:scale>
        <p:origin x="9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Roldan Vasco" userId="31418594-e352-4801-9a96-51c3bb16e3dc" providerId="ADAL" clId="{ABAFCAA4-17B1-4809-83B7-80ADC7CAC0CA}"/>
    <pc:docChg chg="undo custSel addSld delSld modSld sldOrd">
      <pc:chgData name="Sebastian Roldan Vasco" userId="31418594-e352-4801-9a96-51c3bb16e3dc" providerId="ADAL" clId="{ABAFCAA4-17B1-4809-83B7-80ADC7CAC0CA}" dt="2024-05-17T21:57:54.260" v="406" actId="47"/>
      <pc:docMkLst>
        <pc:docMk/>
      </pc:docMkLst>
      <pc:sldChg chg="addSp delSp modSp mod">
        <pc:chgData name="Sebastian Roldan Vasco" userId="31418594-e352-4801-9a96-51c3bb16e3dc" providerId="ADAL" clId="{ABAFCAA4-17B1-4809-83B7-80ADC7CAC0CA}" dt="2024-05-02T16:33:01.176" v="54" actId="20577"/>
        <pc:sldMkLst>
          <pc:docMk/>
          <pc:sldMk cId="1141254403" sldId="256"/>
        </pc:sldMkLst>
      </pc:sldChg>
      <pc:sldChg chg="modSp del mod">
        <pc:chgData name="Sebastian Roldan Vasco" userId="31418594-e352-4801-9a96-51c3bb16e3dc" providerId="ADAL" clId="{ABAFCAA4-17B1-4809-83B7-80ADC7CAC0CA}" dt="2024-05-02T16:42:01.051" v="65" actId="47"/>
        <pc:sldMkLst>
          <pc:docMk/>
          <pc:sldMk cId="636108971" sldId="273"/>
        </pc:sldMkLst>
      </pc:sldChg>
      <pc:sldChg chg="modSp mod ord">
        <pc:chgData name="Sebastian Roldan Vasco" userId="31418594-e352-4801-9a96-51c3bb16e3dc" providerId="ADAL" clId="{ABAFCAA4-17B1-4809-83B7-80ADC7CAC0CA}" dt="2024-05-03T20:02:28.103" v="401"/>
        <pc:sldMkLst>
          <pc:docMk/>
          <pc:sldMk cId="903024375" sldId="277"/>
        </pc:sldMkLst>
      </pc:sldChg>
      <pc:sldChg chg="modSp mod ord">
        <pc:chgData name="Sebastian Roldan Vasco" userId="31418594-e352-4801-9a96-51c3bb16e3dc" providerId="ADAL" clId="{ABAFCAA4-17B1-4809-83B7-80ADC7CAC0CA}" dt="2024-05-03T20:02:12.707" v="399"/>
        <pc:sldMkLst>
          <pc:docMk/>
          <pc:sldMk cId="1288399800" sldId="278"/>
        </pc:sldMkLst>
      </pc:sldChg>
      <pc:sldChg chg="addSp modSp mod modAnim">
        <pc:chgData name="Sebastian Roldan Vasco" userId="31418594-e352-4801-9a96-51c3bb16e3dc" providerId="ADAL" clId="{ABAFCAA4-17B1-4809-83B7-80ADC7CAC0CA}" dt="2024-05-03T20:01:57.947" v="397" actId="20577"/>
        <pc:sldMkLst>
          <pc:docMk/>
          <pc:sldMk cId="870459644" sldId="302"/>
        </pc:sldMkLst>
      </pc:sldChg>
      <pc:sldChg chg="del">
        <pc:chgData name="Sebastian Roldan Vasco" userId="31418594-e352-4801-9a96-51c3bb16e3dc" providerId="ADAL" clId="{ABAFCAA4-17B1-4809-83B7-80ADC7CAC0CA}" dt="2024-05-02T22:43:54.425" v="73" actId="47"/>
        <pc:sldMkLst>
          <pc:docMk/>
          <pc:sldMk cId="3228637682" sldId="306"/>
        </pc:sldMkLst>
      </pc:sldChg>
      <pc:sldChg chg="del ord">
        <pc:chgData name="Sebastian Roldan Vasco" userId="31418594-e352-4801-9a96-51c3bb16e3dc" providerId="ADAL" clId="{ABAFCAA4-17B1-4809-83B7-80ADC7CAC0CA}" dt="2024-05-03T20:09:34.837" v="402" actId="47"/>
        <pc:sldMkLst>
          <pc:docMk/>
          <pc:sldMk cId="1188927759" sldId="318"/>
        </pc:sldMkLst>
      </pc:sldChg>
      <pc:sldChg chg="ord">
        <pc:chgData name="Sebastian Roldan Vasco" userId="31418594-e352-4801-9a96-51c3bb16e3dc" providerId="ADAL" clId="{ABAFCAA4-17B1-4809-83B7-80ADC7CAC0CA}" dt="2024-05-03T16:19:21.114" v="332"/>
        <pc:sldMkLst>
          <pc:docMk/>
          <pc:sldMk cId="1307157655" sldId="319"/>
        </pc:sldMkLst>
      </pc:sldChg>
      <pc:sldChg chg="del ord">
        <pc:chgData name="Sebastian Roldan Vasco" userId="31418594-e352-4801-9a96-51c3bb16e3dc" providerId="ADAL" clId="{ABAFCAA4-17B1-4809-83B7-80ADC7CAC0CA}" dt="2024-05-03T20:09:35.846" v="403" actId="47"/>
        <pc:sldMkLst>
          <pc:docMk/>
          <pc:sldMk cId="4102742353" sldId="320"/>
        </pc:sldMkLst>
      </pc:sldChg>
      <pc:sldChg chg="ord">
        <pc:chgData name="Sebastian Roldan Vasco" userId="31418594-e352-4801-9a96-51c3bb16e3dc" providerId="ADAL" clId="{ABAFCAA4-17B1-4809-83B7-80ADC7CAC0CA}" dt="2024-05-03T16:22:30.745" v="350"/>
        <pc:sldMkLst>
          <pc:docMk/>
          <pc:sldMk cId="1606895620" sldId="321"/>
        </pc:sldMkLst>
      </pc:sldChg>
      <pc:sldChg chg="del">
        <pc:chgData name="Sebastian Roldan Vasco" userId="31418594-e352-4801-9a96-51c3bb16e3dc" providerId="ADAL" clId="{ABAFCAA4-17B1-4809-83B7-80ADC7CAC0CA}" dt="2024-05-17T21:57:54.260" v="406" actId="47"/>
        <pc:sldMkLst>
          <pc:docMk/>
          <pc:sldMk cId="3797317087" sldId="323"/>
        </pc:sldMkLst>
      </pc:sldChg>
      <pc:sldChg chg="ord">
        <pc:chgData name="Sebastian Roldan Vasco" userId="31418594-e352-4801-9a96-51c3bb16e3dc" providerId="ADAL" clId="{ABAFCAA4-17B1-4809-83B7-80ADC7CAC0CA}" dt="2024-05-03T16:22:30.745" v="350"/>
        <pc:sldMkLst>
          <pc:docMk/>
          <pc:sldMk cId="2414497002" sldId="325"/>
        </pc:sldMkLst>
      </pc:sldChg>
      <pc:sldChg chg="modSp mod">
        <pc:chgData name="Sebastian Roldan Vasco" userId="31418594-e352-4801-9a96-51c3bb16e3dc" providerId="ADAL" clId="{ABAFCAA4-17B1-4809-83B7-80ADC7CAC0CA}" dt="2024-05-03T20:09:58.556" v="405" actId="27636"/>
        <pc:sldMkLst>
          <pc:docMk/>
          <pc:sldMk cId="1746435040" sldId="328"/>
        </pc:sldMkLst>
      </pc:sldChg>
      <pc:sldChg chg="delSp modSp add mod">
        <pc:chgData name="Sebastian Roldan Vasco" userId="31418594-e352-4801-9a96-51c3bb16e3dc" providerId="ADAL" clId="{ABAFCAA4-17B1-4809-83B7-80ADC7CAC0CA}" dt="2024-05-02T23:02:28.488" v="116" actId="20577"/>
        <pc:sldMkLst>
          <pc:docMk/>
          <pc:sldMk cId="873656805" sldId="329"/>
        </pc:sldMkLst>
      </pc:sldChg>
      <pc:sldChg chg="addSp delSp modSp add mod">
        <pc:chgData name="Sebastian Roldan Vasco" userId="31418594-e352-4801-9a96-51c3bb16e3dc" providerId="ADAL" clId="{ABAFCAA4-17B1-4809-83B7-80ADC7CAC0CA}" dt="2024-05-02T23:01:40.063" v="105" actId="1076"/>
        <pc:sldMkLst>
          <pc:docMk/>
          <pc:sldMk cId="3633629432" sldId="330"/>
        </pc:sldMkLst>
      </pc:sldChg>
      <pc:sldChg chg="addSp modSp add mod">
        <pc:chgData name="Sebastian Roldan Vasco" userId="31418594-e352-4801-9a96-51c3bb16e3dc" providerId="ADAL" clId="{ABAFCAA4-17B1-4809-83B7-80ADC7CAC0CA}" dt="2024-05-03T16:22:14.243" v="348" actId="1076"/>
        <pc:sldMkLst>
          <pc:docMk/>
          <pc:sldMk cId="2532591549" sldId="331"/>
        </pc:sldMkLst>
      </pc:sldChg>
      <pc:sldChg chg="modSp add mod">
        <pc:chgData name="Sebastian Roldan Vasco" userId="31418594-e352-4801-9a96-51c3bb16e3dc" providerId="ADAL" clId="{ABAFCAA4-17B1-4809-83B7-80ADC7CAC0CA}" dt="2024-05-02T23:14:10.301" v="328" actId="115"/>
        <pc:sldMkLst>
          <pc:docMk/>
          <pc:sldMk cId="1608427817" sldId="332"/>
        </pc:sldMkLst>
      </pc:sldChg>
      <pc:sldChg chg="addSp delSp modSp add mod">
        <pc:chgData name="Sebastian Roldan Vasco" userId="31418594-e352-4801-9a96-51c3bb16e3dc" providerId="ADAL" clId="{ABAFCAA4-17B1-4809-83B7-80ADC7CAC0CA}" dt="2024-05-03T19:56:15.458" v="353"/>
        <pc:sldMkLst>
          <pc:docMk/>
          <pc:sldMk cId="59753009" sldId="333"/>
        </pc:sldMkLst>
      </pc:sldChg>
      <pc:sldChg chg="addSp delSp modSp add mod">
        <pc:chgData name="Sebastian Roldan Vasco" userId="31418594-e352-4801-9a96-51c3bb16e3dc" providerId="ADAL" clId="{ABAFCAA4-17B1-4809-83B7-80ADC7CAC0CA}" dt="2024-05-03T19:57:18.428" v="358"/>
        <pc:sldMkLst>
          <pc:docMk/>
          <pc:sldMk cId="3467571647" sldId="334"/>
        </pc:sldMkLst>
      </pc:sldChg>
      <pc:sldChg chg="addSp delSp modSp add mod">
        <pc:chgData name="Sebastian Roldan Vasco" userId="31418594-e352-4801-9a96-51c3bb16e3dc" providerId="ADAL" clId="{ABAFCAA4-17B1-4809-83B7-80ADC7CAC0CA}" dt="2024-05-03T19:57:41.188" v="362"/>
        <pc:sldMkLst>
          <pc:docMk/>
          <pc:sldMk cId="3595463614" sldId="335"/>
        </pc:sldMkLst>
      </pc:sldChg>
    </pc:docChg>
  </pc:docChgLst>
  <pc:docChgLst>
    <pc:chgData name="Sebastian Roldan Vasco" userId="31418594-e352-4801-9a96-51c3bb16e3dc" providerId="ADAL" clId="{2DB4524F-CEB7-4E66-B8DF-A070642847C6}"/>
    <pc:docChg chg="undo custSel addSld delSld modSld sldOrd">
      <pc:chgData name="Sebastian Roldan Vasco" userId="31418594-e352-4801-9a96-51c3bb16e3dc" providerId="ADAL" clId="{2DB4524F-CEB7-4E66-B8DF-A070642847C6}" dt="2022-03-16T23:21:19.343" v="774" actId="9"/>
      <pc:docMkLst>
        <pc:docMk/>
      </pc:docMkLst>
      <pc:sldChg chg="modSp mod">
        <pc:chgData name="Sebastian Roldan Vasco" userId="31418594-e352-4801-9a96-51c3bb16e3dc" providerId="ADAL" clId="{2DB4524F-CEB7-4E66-B8DF-A070642847C6}" dt="2022-03-16T19:57:53.563" v="8" actId="20577"/>
        <pc:sldMkLst>
          <pc:docMk/>
          <pc:sldMk cId="1141254403" sldId="256"/>
        </pc:sldMkLst>
      </pc:sldChg>
      <pc:sldChg chg="modSp mod">
        <pc:chgData name="Sebastian Roldan Vasco" userId="31418594-e352-4801-9a96-51c3bb16e3dc" providerId="ADAL" clId="{2DB4524F-CEB7-4E66-B8DF-A070642847C6}" dt="2022-03-16T20:08:24.401" v="319" actId="27636"/>
        <pc:sldMkLst>
          <pc:docMk/>
          <pc:sldMk cId="636108971" sldId="273"/>
        </pc:sldMkLst>
      </pc:sldChg>
      <pc:sldChg chg="del">
        <pc:chgData name="Sebastian Roldan Vasco" userId="31418594-e352-4801-9a96-51c3bb16e3dc" providerId="ADAL" clId="{2DB4524F-CEB7-4E66-B8DF-A070642847C6}" dt="2022-03-16T20:09:11.431" v="346" actId="47"/>
        <pc:sldMkLst>
          <pc:docMk/>
          <pc:sldMk cId="1789823661" sldId="274"/>
        </pc:sldMkLst>
      </pc:sldChg>
      <pc:sldChg chg="del">
        <pc:chgData name="Sebastian Roldan Vasco" userId="31418594-e352-4801-9a96-51c3bb16e3dc" providerId="ADAL" clId="{2DB4524F-CEB7-4E66-B8DF-A070642847C6}" dt="2022-03-16T20:09:07.647" v="344" actId="47"/>
        <pc:sldMkLst>
          <pc:docMk/>
          <pc:sldMk cId="2202908717" sldId="275"/>
        </pc:sldMkLst>
      </pc:sldChg>
      <pc:sldChg chg="addSp delSp modSp mod">
        <pc:chgData name="Sebastian Roldan Vasco" userId="31418594-e352-4801-9a96-51c3bb16e3dc" providerId="ADAL" clId="{2DB4524F-CEB7-4E66-B8DF-A070642847C6}" dt="2022-03-16T20:11:48.133" v="396" actId="1076"/>
        <pc:sldMkLst>
          <pc:docMk/>
          <pc:sldMk cId="903024375" sldId="277"/>
        </pc:sldMkLst>
      </pc:sldChg>
      <pc:sldChg chg="modSp mod ord">
        <pc:chgData name="Sebastian Roldan Vasco" userId="31418594-e352-4801-9a96-51c3bb16e3dc" providerId="ADAL" clId="{2DB4524F-CEB7-4E66-B8DF-A070642847C6}" dt="2022-03-16T20:09:04.006" v="343" actId="20577"/>
        <pc:sldMkLst>
          <pc:docMk/>
          <pc:sldMk cId="1288399800" sldId="278"/>
        </pc:sldMkLst>
      </pc:sldChg>
      <pc:sldChg chg="del">
        <pc:chgData name="Sebastian Roldan Vasco" userId="31418594-e352-4801-9a96-51c3bb16e3dc" providerId="ADAL" clId="{2DB4524F-CEB7-4E66-B8DF-A070642847C6}" dt="2022-03-16T20:10:11.028" v="372" actId="47"/>
        <pc:sldMkLst>
          <pc:docMk/>
          <pc:sldMk cId="1471111256" sldId="279"/>
        </pc:sldMkLst>
      </pc:sldChg>
      <pc:sldChg chg="del">
        <pc:chgData name="Sebastian Roldan Vasco" userId="31418594-e352-4801-9a96-51c3bb16e3dc" providerId="ADAL" clId="{2DB4524F-CEB7-4E66-B8DF-A070642847C6}" dt="2022-03-16T20:10:12.616" v="373" actId="47"/>
        <pc:sldMkLst>
          <pc:docMk/>
          <pc:sldMk cId="3271411616" sldId="280"/>
        </pc:sldMkLst>
      </pc:sldChg>
      <pc:sldChg chg="del">
        <pc:chgData name="Sebastian Roldan Vasco" userId="31418594-e352-4801-9a96-51c3bb16e3dc" providerId="ADAL" clId="{2DB4524F-CEB7-4E66-B8DF-A070642847C6}" dt="2022-03-16T20:09:08.887" v="345" actId="47"/>
        <pc:sldMkLst>
          <pc:docMk/>
          <pc:sldMk cId="2162272931" sldId="281"/>
        </pc:sldMkLst>
      </pc:sldChg>
      <pc:sldChg chg="del">
        <pc:chgData name="Sebastian Roldan Vasco" userId="31418594-e352-4801-9a96-51c3bb16e3dc" providerId="ADAL" clId="{2DB4524F-CEB7-4E66-B8DF-A070642847C6}" dt="2022-03-16T20:10:15.018" v="375" actId="47"/>
        <pc:sldMkLst>
          <pc:docMk/>
          <pc:sldMk cId="1015118430" sldId="282"/>
        </pc:sldMkLst>
      </pc:sldChg>
      <pc:sldChg chg="del">
        <pc:chgData name="Sebastian Roldan Vasco" userId="31418594-e352-4801-9a96-51c3bb16e3dc" providerId="ADAL" clId="{2DB4524F-CEB7-4E66-B8DF-A070642847C6}" dt="2022-03-16T20:10:15.558" v="376" actId="47"/>
        <pc:sldMkLst>
          <pc:docMk/>
          <pc:sldMk cId="1361206054" sldId="283"/>
        </pc:sldMkLst>
      </pc:sldChg>
      <pc:sldChg chg="del">
        <pc:chgData name="Sebastian Roldan Vasco" userId="31418594-e352-4801-9a96-51c3bb16e3dc" providerId="ADAL" clId="{2DB4524F-CEB7-4E66-B8DF-A070642847C6}" dt="2022-03-16T20:10:15.613" v="377" actId="47"/>
        <pc:sldMkLst>
          <pc:docMk/>
          <pc:sldMk cId="688558608" sldId="284"/>
        </pc:sldMkLst>
      </pc:sldChg>
      <pc:sldChg chg="del">
        <pc:chgData name="Sebastian Roldan Vasco" userId="31418594-e352-4801-9a96-51c3bb16e3dc" providerId="ADAL" clId="{2DB4524F-CEB7-4E66-B8DF-A070642847C6}" dt="2022-03-16T20:10:13.840" v="374" actId="47"/>
        <pc:sldMkLst>
          <pc:docMk/>
          <pc:sldMk cId="2848716995" sldId="285"/>
        </pc:sldMkLst>
      </pc:sldChg>
      <pc:sldChg chg="addSp delSp modSp del mod">
        <pc:chgData name="Sebastian Roldan Vasco" userId="31418594-e352-4801-9a96-51c3bb16e3dc" providerId="ADAL" clId="{2DB4524F-CEB7-4E66-B8DF-A070642847C6}" dt="2022-03-16T20:16:39.641" v="397" actId="47"/>
        <pc:sldMkLst>
          <pc:docMk/>
          <pc:sldMk cId="3831126527" sldId="286"/>
        </pc:sldMkLst>
      </pc:sldChg>
      <pc:sldChg chg="del">
        <pc:chgData name="Sebastian Roldan Vasco" userId="31418594-e352-4801-9a96-51c3bb16e3dc" providerId="ADAL" clId="{2DB4524F-CEB7-4E66-B8DF-A070642847C6}" dt="2022-03-16T20:10:16.888" v="379" actId="47"/>
        <pc:sldMkLst>
          <pc:docMk/>
          <pc:sldMk cId="3168099354" sldId="287"/>
        </pc:sldMkLst>
      </pc:sldChg>
      <pc:sldChg chg="del">
        <pc:chgData name="Sebastian Roldan Vasco" userId="31418594-e352-4801-9a96-51c3bb16e3dc" providerId="ADAL" clId="{2DB4524F-CEB7-4E66-B8DF-A070642847C6}" dt="2022-03-16T20:10:16.077" v="378" actId="47"/>
        <pc:sldMkLst>
          <pc:docMk/>
          <pc:sldMk cId="1651678281" sldId="288"/>
        </pc:sldMkLst>
      </pc:sldChg>
      <pc:sldChg chg="del">
        <pc:chgData name="Sebastian Roldan Vasco" userId="31418594-e352-4801-9a96-51c3bb16e3dc" providerId="ADAL" clId="{2DB4524F-CEB7-4E66-B8DF-A070642847C6}" dt="2022-03-16T20:10:18.410" v="382" actId="47"/>
        <pc:sldMkLst>
          <pc:docMk/>
          <pc:sldMk cId="3959081954" sldId="289"/>
        </pc:sldMkLst>
      </pc:sldChg>
      <pc:sldChg chg="del">
        <pc:chgData name="Sebastian Roldan Vasco" userId="31418594-e352-4801-9a96-51c3bb16e3dc" providerId="ADAL" clId="{2DB4524F-CEB7-4E66-B8DF-A070642847C6}" dt="2022-03-16T20:10:19.002" v="383" actId="47"/>
        <pc:sldMkLst>
          <pc:docMk/>
          <pc:sldMk cId="2641457405" sldId="290"/>
        </pc:sldMkLst>
      </pc:sldChg>
      <pc:sldChg chg="del">
        <pc:chgData name="Sebastian Roldan Vasco" userId="31418594-e352-4801-9a96-51c3bb16e3dc" providerId="ADAL" clId="{2DB4524F-CEB7-4E66-B8DF-A070642847C6}" dt="2022-03-16T20:10:19.682" v="384" actId="47"/>
        <pc:sldMkLst>
          <pc:docMk/>
          <pc:sldMk cId="1802598394" sldId="291"/>
        </pc:sldMkLst>
      </pc:sldChg>
      <pc:sldChg chg="addSp delSp modSp mod setBg">
        <pc:chgData name="Sebastian Roldan Vasco" userId="31418594-e352-4801-9a96-51c3bb16e3dc" providerId="ADAL" clId="{2DB4524F-CEB7-4E66-B8DF-A070642847C6}" dt="2022-03-16T22:43:57.558" v="482" actId="26606"/>
        <pc:sldMkLst>
          <pc:docMk/>
          <pc:sldMk cId="3662351219" sldId="292"/>
        </pc:sldMkLst>
      </pc:sldChg>
      <pc:sldChg chg="addSp modSp mod">
        <pc:chgData name="Sebastian Roldan Vasco" userId="31418594-e352-4801-9a96-51c3bb16e3dc" providerId="ADAL" clId="{2DB4524F-CEB7-4E66-B8DF-A070642847C6}" dt="2022-03-16T23:12:39.224" v="620" actId="1076"/>
        <pc:sldMkLst>
          <pc:docMk/>
          <pc:sldMk cId="2550440752" sldId="294"/>
        </pc:sldMkLst>
      </pc:sldChg>
      <pc:sldChg chg="del">
        <pc:chgData name="Sebastian Roldan Vasco" userId="31418594-e352-4801-9a96-51c3bb16e3dc" providerId="ADAL" clId="{2DB4524F-CEB7-4E66-B8DF-A070642847C6}" dt="2022-03-16T20:10:17.310" v="380" actId="47"/>
        <pc:sldMkLst>
          <pc:docMk/>
          <pc:sldMk cId="3336124563" sldId="300"/>
        </pc:sldMkLst>
      </pc:sldChg>
      <pc:sldChg chg="del">
        <pc:chgData name="Sebastian Roldan Vasco" userId="31418594-e352-4801-9a96-51c3bb16e3dc" providerId="ADAL" clId="{2DB4524F-CEB7-4E66-B8DF-A070642847C6}" dt="2022-03-16T20:10:17.772" v="381" actId="47"/>
        <pc:sldMkLst>
          <pc:docMk/>
          <pc:sldMk cId="1119015927" sldId="304"/>
        </pc:sldMkLst>
      </pc:sldChg>
      <pc:sldChg chg="add">
        <pc:chgData name="Sebastian Roldan Vasco" userId="31418594-e352-4801-9a96-51c3bb16e3dc" providerId="ADAL" clId="{2DB4524F-CEB7-4E66-B8DF-A070642847C6}" dt="2022-03-16T22:43:40.678" v="472" actId="2890"/>
        <pc:sldMkLst>
          <pc:docMk/>
          <pc:sldMk cId="365490125" sldId="307"/>
        </pc:sldMkLst>
      </pc:sldChg>
      <pc:sldChg chg="new del">
        <pc:chgData name="Sebastian Roldan Vasco" userId="31418594-e352-4801-9a96-51c3bb16e3dc" providerId="ADAL" clId="{2DB4524F-CEB7-4E66-B8DF-A070642847C6}" dt="2022-03-16T22:43:38.755" v="471" actId="680"/>
        <pc:sldMkLst>
          <pc:docMk/>
          <pc:sldMk cId="1039849068" sldId="307"/>
        </pc:sldMkLst>
      </pc:sldChg>
      <pc:sldChg chg="addSp delSp modSp add mod">
        <pc:chgData name="Sebastian Roldan Vasco" userId="31418594-e352-4801-9a96-51c3bb16e3dc" providerId="ADAL" clId="{2DB4524F-CEB7-4E66-B8DF-A070642847C6}" dt="2022-03-16T23:15:19.976" v="732" actId="20577"/>
        <pc:sldMkLst>
          <pc:docMk/>
          <pc:sldMk cId="2376503522" sldId="308"/>
        </pc:sldMkLst>
      </pc:sldChg>
      <pc:sldChg chg="delSp modSp add mod">
        <pc:chgData name="Sebastian Roldan Vasco" userId="31418594-e352-4801-9a96-51c3bb16e3dc" providerId="ADAL" clId="{2DB4524F-CEB7-4E66-B8DF-A070642847C6}" dt="2022-03-16T23:21:19.343" v="774" actId="9"/>
        <pc:sldMkLst>
          <pc:docMk/>
          <pc:sldMk cId="3935437770" sldId="309"/>
        </pc:sldMkLst>
      </pc:sldChg>
    </pc:docChg>
  </pc:docChgLst>
  <pc:docChgLst>
    <pc:chgData name="Sebastian Roldan Vasco" userId="31418594-e352-4801-9a96-51c3bb16e3dc" providerId="ADAL" clId="{CD17E640-34CD-467E-B7DF-E9B16CAA193D}"/>
    <pc:docChg chg="undo redo custSel addSld delSld modSld sldOrd">
      <pc:chgData name="Sebastian Roldan Vasco" userId="31418594-e352-4801-9a96-51c3bb16e3dc" providerId="ADAL" clId="{CD17E640-34CD-467E-B7DF-E9B16CAA193D}" dt="2022-03-18T19:09:28.977" v="6277" actId="20577"/>
      <pc:docMkLst>
        <pc:docMk/>
      </pc:docMkLst>
      <pc:sldChg chg="addSp delSp modSp mod">
        <pc:chgData name="Sebastian Roldan Vasco" userId="31418594-e352-4801-9a96-51c3bb16e3dc" providerId="ADAL" clId="{CD17E640-34CD-467E-B7DF-E9B16CAA193D}" dt="2022-03-17T21:45:20.172" v="843" actId="6549"/>
        <pc:sldMkLst>
          <pc:docMk/>
          <pc:sldMk cId="1113846670" sldId="293"/>
        </pc:sldMkLst>
      </pc:sldChg>
      <pc:sldChg chg="addSp modSp">
        <pc:chgData name="Sebastian Roldan Vasco" userId="31418594-e352-4801-9a96-51c3bb16e3dc" providerId="ADAL" clId="{CD17E640-34CD-467E-B7DF-E9B16CAA193D}" dt="2022-03-17T20:39:41.568" v="48" actId="14100"/>
        <pc:sldMkLst>
          <pc:docMk/>
          <pc:sldMk cId="2550440752" sldId="294"/>
        </pc:sldMkLst>
      </pc:sldChg>
      <pc:sldChg chg="modSp del mod">
        <pc:chgData name="Sebastian Roldan Vasco" userId="31418594-e352-4801-9a96-51c3bb16e3dc" providerId="ADAL" clId="{CD17E640-34CD-467E-B7DF-E9B16CAA193D}" dt="2022-03-17T21:47:41.712" v="844" actId="47"/>
        <pc:sldMkLst>
          <pc:docMk/>
          <pc:sldMk cId="1101195421" sldId="295"/>
        </pc:sldMkLst>
      </pc:sldChg>
      <pc:sldChg chg="del">
        <pc:chgData name="Sebastian Roldan Vasco" userId="31418594-e352-4801-9a96-51c3bb16e3dc" providerId="ADAL" clId="{CD17E640-34CD-467E-B7DF-E9B16CAA193D}" dt="2022-03-17T22:44:31.886" v="951" actId="47"/>
        <pc:sldMkLst>
          <pc:docMk/>
          <pc:sldMk cId="3007893126" sldId="296"/>
        </pc:sldMkLst>
      </pc:sldChg>
      <pc:sldChg chg="del">
        <pc:chgData name="Sebastian Roldan Vasco" userId="31418594-e352-4801-9a96-51c3bb16e3dc" providerId="ADAL" clId="{CD17E640-34CD-467E-B7DF-E9B16CAA193D}" dt="2022-03-17T22:44:30.686" v="950" actId="47"/>
        <pc:sldMkLst>
          <pc:docMk/>
          <pc:sldMk cId="1789857640" sldId="297"/>
        </pc:sldMkLst>
      </pc:sldChg>
      <pc:sldChg chg="del">
        <pc:chgData name="Sebastian Roldan Vasco" userId="31418594-e352-4801-9a96-51c3bb16e3dc" providerId="ADAL" clId="{CD17E640-34CD-467E-B7DF-E9B16CAA193D}" dt="2022-03-17T22:44:33.152" v="952" actId="47"/>
        <pc:sldMkLst>
          <pc:docMk/>
          <pc:sldMk cId="3555651802" sldId="298"/>
        </pc:sldMkLst>
      </pc:sldChg>
      <pc:sldChg chg="del">
        <pc:chgData name="Sebastian Roldan Vasco" userId="31418594-e352-4801-9a96-51c3bb16e3dc" providerId="ADAL" clId="{CD17E640-34CD-467E-B7DF-E9B16CAA193D}" dt="2022-03-17T22:44:34.171" v="953" actId="47"/>
        <pc:sldMkLst>
          <pc:docMk/>
          <pc:sldMk cId="2147361895" sldId="299"/>
        </pc:sldMkLst>
      </pc:sldChg>
      <pc:sldChg chg="del">
        <pc:chgData name="Sebastian Roldan Vasco" userId="31418594-e352-4801-9a96-51c3bb16e3dc" providerId="ADAL" clId="{CD17E640-34CD-467E-B7DF-E9B16CAA193D}" dt="2022-03-17T22:44:37.858" v="954" actId="47"/>
        <pc:sldMkLst>
          <pc:docMk/>
          <pc:sldMk cId="1729141030" sldId="301"/>
        </pc:sldMkLst>
      </pc:sldChg>
      <pc:sldChg chg="addSp delSp modSp mod modAnim">
        <pc:chgData name="Sebastian Roldan Vasco" userId="31418594-e352-4801-9a96-51c3bb16e3dc" providerId="ADAL" clId="{CD17E640-34CD-467E-B7DF-E9B16CAA193D}" dt="2022-03-18T13:49:19.213" v="1625"/>
        <pc:sldMkLst>
          <pc:docMk/>
          <pc:sldMk cId="870459644" sldId="302"/>
        </pc:sldMkLst>
      </pc:sldChg>
      <pc:sldChg chg="del">
        <pc:chgData name="Sebastian Roldan Vasco" userId="31418594-e352-4801-9a96-51c3bb16e3dc" providerId="ADAL" clId="{CD17E640-34CD-467E-B7DF-E9B16CAA193D}" dt="2022-03-17T22:44:43.473" v="955" actId="47"/>
        <pc:sldMkLst>
          <pc:docMk/>
          <pc:sldMk cId="2234570226" sldId="303"/>
        </pc:sldMkLst>
      </pc:sldChg>
      <pc:sldChg chg="del">
        <pc:chgData name="Sebastian Roldan Vasco" userId="31418594-e352-4801-9a96-51c3bb16e3dc" providerId="ADAL" clId="{CD17E640-34CD-467E-B7DF-E9B16CAA193D}" dt="2022-03-17T22:44:47.719" v="956" actId="47"/>
        <pc:sldMkLst>
          <pc:docMk/>
          <pc:sldMk cId="3646366155" sldId="305"/>
        </pc:sldMkLst>
      </pc:sldChg>
      <pc:sldChg chg="modSp mod">
        <pc:chgData name="Sebastian Roldan Vasco" userId="31418594-e352-4801-9a96-51c3bb16e3dc" providerId="ADAL" clId="{CD17E640-34CD-467E-B7DF-E9B16CAA193D}" dt="2022-03-18T19:06:54.575" v="6223" actId="20577"/>
        <pc:sldMkLst>
          <pc:docMk/>
          <pc:sldMk cId="3228637682" sldId="306"/>
        </pc:sldMkLst>
      </pc:sldChg>
      <pc:sldChg chg="modSp mod">
        <pc:chgData name="Sebastian Roldan Vasco" userId="31418594-e352-4801-9a96-51c3bb16e3dc" providerId="ADAL" clId="{CD17E640-34CD-467E-B7DF-E9B16CAA193D}" dt="2022-03-17T21:09:18.953" v="311" actId="20577"/>
        <pc:sldMkLst>
          <pc:docMk/>
          <pc:sldMk cId="3935437770" sldId="309"/>
        </pc:sldMkLst>
      </pc:sldChg>
      <pc:sldChg chg="addSp modSp add mod">
        <pc:chgData name="Sebastian Roldan Vasco" userId="31418594-e352-4801-9a96-51c3bb16e3dc" providerId="ADAL" clId="{CD17E640-34CD-467E-B7DF-E9B16CAA193D}" dt="2022-03-18T13:21:05.036" v="1205" actId="20577"/>
        <pc:sldMkLst>
          <pc:docMk/>
          <pc:sldMk cId="2984194629" sldId="310"/>
        </pc:sldMkLst>
      </pc:sldChg>
      <pc:sldChg chg="addSp delSp modSp add mod">
        <pc:chgData name="Sebastian Roldan Vasco" userId="31418594-e352-4801-9a96-51c3bb16e3dc" providerId="ADAL" clId="{CD17E640-34CD-467E-B7DF-E9B16CAA193D}" dt="2022-03-17T21:53:41.692" v="924"/>
        <pc:sldMkLst>
          <pc:docMk/>
          <pc:sldMk cId="3654872913" sldId="311"/>
        </pc:sldMkLst>
      </pc:sldChg>
      <pc:sldChg chg="addSp delSp modSp add">
        <pc:chgData name="Sebastian Roldan Vasco" userId="31418594-e352-4801-9a96-51c3bb16e3dc" providerId="ADAL" clId="{CD17E640-34CD-467E-B7DF-E9B16CAA193D}" dt="2022-03-17T21:53:44.039" v="925"/>
        <pc:sldMkLst>
          <pc:docMk/>
          <pc:sldMk cId="2122294079" sldId="312"/>
        </pc:sldMkLst>
      </pc:sldChg>
      <pc:sldChg chg="addSp delSp modSp add mod">
        <pc:chgData name="Sebastian Roldan Vasco" userId="31418594-e352-4801-9a96-51c3bb16e3dc" providerId="ADAL" clId="{CD17E640-34CD-467E-B7DF-E9B16CAA193D}" dt="2022-03-18T13:15:49.283" v="1073" actId="1076"/>
        <pc:sldMkLst>
          <pc:docMk/>
          <pc:sldMk cId="3055451423" sldId="313"/>
        </pc:sldMkLst>
      </pc:sldChg>
      <pc:sldChg chg="addSp delSp modSp add mod">
        <pc:chgData name="Sebastian Roldan Vasco" userId="31418594-e352-4801-9a96-51c3bb16e3dc" providerId="ADAL" clId="{CD17E640-34CD-467E-B7DF-E9B16CAA193D}" dt="2022-03-18T13:26:31.500" v="1221" actId="1076"/>
        <pc:sldMkLst>
          <pc:docMk/>
          <pc:sldMk cId="1079934748" sldId="314"/>
        </pc:sldMkLst>
      </pc:sldChg>
      <pc:sldChg chg="delSp modSp add mod">
        <pc:chgData name="Sebastian Roldan Vasco" userId="31418594-e352-4801-9a96-51c3bb16e3dc" providerId="ADAL" clId="{CD17E640-34CD-467E-B7DF-E9B16CAA193D}" dt="2022-03-18T13:45:55.226" v="1534" actId="20577"/>
        <pc:sldMkLst>
          <pc:docMk/>
          <pc:sldMk cId="3491666197" sldId="315"/>
        </pc:sldMkLst>
      </pc:sldChg>
      <pc:sldChg chg="addSp delSp modSp add mod">
        <pc:chgData name="Sebastian Roldan Vasco" userId="31418594-e352-4801-9a96-51c3bb16e3dc" providerId="ADAL" clId="{CD17E640-34CD-467E-B7DF-E9B16CAA193D}" dt="2022-03-18T13:31:28.828" v="1248" actId="14100"/>
        <pc:sldMkLst>
          <pc:docMk/>
          <pc:sldMk cId="2171524409" sldId="316"/>
        </pc:sldMkLst>
      </pc:sldChg>
      <pc:sldChg chg="addSp delSp modSp add mod delAnim">
        <pc:chgData name="Sebastian Roldan Vasco" userId="31418594-e352-4801-9a96-51c3bb16e3dc" providerId="ADAL" clId="{CD17E640-34CD-467E-B7DF-E9B16CAA193D}" dt="2022-03-18T14:55:26.974" v="3733" actId="114"/>
        <pc:sldMkLst>
          <pc:docMk/>
          <pc:sldMk cId="1383155869" sldId="317"/>
        </pc:sldMkLst>
      </pc:sldChg>
      <pc:sldChg chg="add del">
        <pc:chgData name="Sebastian Roldan Vasco" userId="31418594-e352-4801-9a96-51c3bb16e3dc" providerId="ADAL" clId="{CD17E640-34CD-467E-B7DF-E9B16CAA193D}" dt="2022-03-18T13:47:57.757" v="1577" actId="47"/>
        <pc:sldMkLst>
          <pc:docMk/>
          <pc:sldMk cId="2801307349" sldId="317"/>
        </pc:sldMkLst>
      </pc:sldChg>
      <pc:sldChg chg="modSp add mod">
        <pc:chgData name="Sebastian Roldan Vasco" userId="31418594-e352-4801-9a96-51c3bb16e3dc" providerId="ADAL" clId="{CD17E640-34CD-467E-B7DF-E9B16CAA193D}" dt="2022-03-18T14:02:56.565" v="2188" actId="20577"/>
        <pc:sldMkLst>
          <pc:docMk/>
          <pc:sldMk cId="1188927759" sldId="318"/>
        </pc:sldMkLst>
      </pc:sldChg>
      <pc:sldChg chg="modSp add mod">
        <pc:chgData name="Sebastian Roldan Vasco" userId="31418594-e352-4801-9a96-51c3bb16e3dc" providerId="ADAL" clId="{CD17E640-34CD-467E-B7DF-E9B16CAA193D}" dt="2022-03-18T14:22:11.036" v="2750" actId="20577"/>
        <pc:sldMkLst>
          <pc:docMk/>
          <pc:sldMk cId="1307157655" sldId="319"/>
        </pc:sldMkLst>
      </pc:sldChg>
      <pc:sldChg chg="addSp modSp add del mod">
        <pc:chgData name="Sebastian Roldan Vasco" userId="31418594-e352-4801-9a96-51c3bb16e3dc" providerId="ADAL" clId="{CD17E640-34CD-467E-B7DF-E9B16CAA193D}" dt="2022-03-18T14:30:30.782" v="2790" actId="1076"/>
        <pc:sldMkLst>
          <pc:docMk/>
          <pc:sldMk cId="4102742353" sldId="320"/>
        </pc:sldMkLst>
      </pc:sldChg>
      <pc:sldChg chg="modSp add mod">
        <pc:chgData name="Sebastian Roldan Vasco" userId="31418594-e352-4801-9a96-51c3bb16e3dc" providerId="ADAL" clId="{CD17E640-34CD-467E-B7DF-E9B16CAA193D}" dt="2022-03-18T18:21:37.135" v="4622" actId="20577"/>
        <pc:sldMkLst>
          <pc:docMk/>
          <pc:sldMk cId="1606895620" sldId="321"/>
        </pc:sldMkLst>
      </pc:sldChg>
      <pc:sldChg chg="modSp add mod ord">
        <pc:chgData name="Sebastian Roldan Vasco" userId="31418594-e352-4801-9a96-51c3bb16e3dc" providerId="ADAL" clId="{CD17E640-34CD-467E-B7DF-E9B16CAA193D}" dt="2022-03-18T19:08:27.645" v="6235" actId="20577"/>
        <pc:sldMkLst>
          <pc:docMk/>
          <pc:sldMk cId="1830163479" sldId="322"/>
        </pc:sldMkLst>
      </pc:sldChg>
      <pc:sldChg chg="addSp delSp modSp add mod">
        <pc:chgData name="Sebastian Roldan Vasco" userId="31418594-e352-4801-9a96-51c3bb16e3dc" providerId="ADAL" clId="{CD17E640-34CD-467E-B7DF-E9B16CAA193D}" dt="2022-03-18T16:06:48.997" v="3909" actId="1076"/>
        <pc:sldMkLst>
          <pc:docMk/>
          <pc:sldMk cId="3797317087" sldId="323"/>
        </pc:sldMkLst>
      </pc:sldChg>
      <pc:sldChg chg="addSp modSp add del mod">
        <pc:chgData name="Sebastian Roldan Vasco" userId="31418594-e352-4801-9a96-51c3bb16e3dc" providerId="ADAL" clId="{CD17E640-34CD-467E-B7DF-E9B16CAA193D}" dt="2022-03-18T18:46:44.035" v="4998" actId="47"/>
        <pc:sldMkLst>
          <pc:docMk/>
          <pc:sldMk cId="3686385954" sldId="324"/>
        </pc:sldMkLst>
      </pc:sldChg>
      <pc:sldChg chg="modSp add mod">
        <pc:chgData name="Sebastian Roldan Vasco" userId="31418594-e352-4801-9a96-51c3bb16e3dc" providerId="ADAL" clId="{CD17E640-34CD-467E-B7DF-E9B16CAA193D}" dt="2022-03-18T18:43:15.283" v="4993" actId="20577"/>
        <pc:sldMkLst>
          <pc:docMk/>
          <pc:sldMk cId="2414497002" sldId="325"/>
        </pc:sldMkLst>
      </pc:sldChg>
      <pc:sldChg chg="addSp delSp modSp add mod">
        <pc:chgData name="Sebastian Roldan Vasco" userId="31418594-e352-4801-9a96-51c3bb16e3dc" providerId="ADAL" clId="{CD17E640-34CD-467E-B7DF-E9B16CAA193D}" dt="2022-03-18T18:56:40.589" v="5472" actId="1076"/>
        <pc:sldMkLst>
          <pc:docMk/>
          <pc:sldMk cId="2049066149" sldId="326"/>
        </pc:sldMkLst>
      </pc:sldChg>
      <pc:sldChg chg="delSp modSp add mod">
        <pc:chgData name="Sebastian Roldan Vasco" userId="31418594-e352-4801-9a96-51c3bb16e3dc" providerId="ADAL" clId="{CD17E640-34CD-467E-B7DF-E9B16CAA193D}" dt="2022-03-18T19:01:37.350" v="5604" actId="1076"/>
        <pc:sldMkLst>
          <pc:docMk/>
          <pc:sldMk cId="3474197956" sldId="327"/>
        </pc:sldMkLst>
      </pc:sldChg>
      <pc:sldChg chg="modSp add mod">
        <pc:chgData name="Sebastian Roldan Vasco" userId="31418594-e352-4801-9a96-51c3bb16e3dc" providerId="ADAL" clId="{CD17E640-34CD-467E-B7DF-E9B16CAA193D}" dt="2022-03-18T19:09:28.977" v="6277" actId="20577"/>
        <pc:sldMkLst>
          <pc:docMk/>
          <pc:sldMk cId="1746435040" sldId="328"/>
        </pc:sldMkLst>
      </pc:sldChg>
    </pc:docChg>
  </pc:docChgLst>
  <pc:docChgLst>
    <pc:chgData name="Sebastian Roldan Vasco" userId="31418594-e352-4801-9a96-51c3bb16e3dc" providerId="ADAL" clId="{F71D9F25-2BD3-4501-8AFF-C4E307556679}"/>
    <pc:docChg chg="undo custSel addSld delSld modSld sldOrd">
      <pc:chgData name="Sebastian Roldan Vasco" userId="31418594-e352-4801-9a96-51c3bb16e3dc" providerId="ADAL" clId="{F71D9F25-2BD3-4501-8AFF-C4E307556679}" dt="2022-03-11T14:54:12.033" v="2812" actId="20577"/>
      <pc:docMkLst>
        <pc:docMk/>
      </pc:docMkLst>
      <pc:sldChg chg="modSp mod">
        <pc:chgData name="Sebastian Roldan Vasco" userId="31418594-e352-4801-9a96-51c3bb16e3dc" providerId="ADAL" clId="{F71D9F25-2BD3-4501-8AFF-C4E307556679}" dt="2022-03-11T14:03:28.802" v="1647" actId="20577"/>
        <pc:sldMkLst>
          <pc:docMk/>
          <pc:sldMk cId="636108971" sldId="273"/>
        </pc:sldMkLst>
      </pc:sldChg>
      <pc:sldChg chg="modSp mod">
        <pc:chgData name="Sebastian Roldan Vasco" userId="31418594-e352-4801-9a96-51c3bb16e3dc" providerId="ADAL" clId="{F71D9F25-2BD3-4501-8AFF-C4E307556679}" dt="2022-03-10T21:10:58.859" v="151" actId="20577"/>
        <pc:sldMkLst>
          <pc:docMk/>
          <pc:sldMk cId="1802598394" sldId="291"/>
        </pc:sldMkLst>
      </pc:sldChg>
      <pc:sldChg chg="modSp mod">
        <pc:chgData name="Sebastian Roldan Vasco" userId="31418594-e352-4801-9a96-51c3bb16e3dc" providerId="ADAL" clId="{F71D9F25-2BD3-4501-8AFF-C4E307556679}" dt="2022-03-10T21:11:17.584" v="153" actId="6549"/>
        <pc:sldMkLst>
          <pc:docMk/>
          <pc:sldMk cId="3662351219" sldId="292"/>
        </pc:sldMkLst>
      </pc:sldChg>
      <pc:sldChg chg="modSp mod">
        <pc:chgData name="Sebastian Roldan Vasco" userId="31418594-e352-4801-9a96-51c3bb16e3dc" providerId="ADAL" clId="{F71D9F25-2BD3-4501-8AFF-C4E307556679}" dt="2022-03-10T21:15:03.793" v="210" actId="20577"/>
        <pc:sldMkLst>
          <pc:docMk/>
          <pc:sldMk cId="1113846670" sldId="293"/>
        </pc:sldMkLst>
      </pc:sldChg>
      <pc:sldChg chg="modSp mod">
        <pc:chgData name="Sebastian Roldan Vasco" userId="31418594-e352-4801-9a96-51c3bb16e3dc" providerId="ADAL" clId="{F71D9F25-2BD3-4501-8AFF-C4E307556679}" dt="2022-03-10T21:11:27.892" v="157" actId="20577"/>
        <pc:sldMkLst>
          <pc:docMk/>
          <pc:sldMk cId="2550440752" sldId="294"/>
        </pc:sldMkLst>
      </pc:sldChg>
      <pc:sldChg chg="modSp mod">
        <pc:chgData name="Sebastian Roldan Vasco" userId="31418594-e352-4801-9a96-51c3bb16e3dc" providerId="ADAL" clId="{F71D9F25-2BD3-4501-8AFF-C4E307556679}" dt="2022-03-10T21:15:38.950" v="312" actId="20577"/>
        <pc:sldMkLst>
          <pc:docMk/>
          <pc:sldMk cId="1101195421" sldId="295"/>
        </pc:sldMkLst>
      </pc:sldChg>
      <pc:sldChg chg="modSp add mod">
        <pc:chgData name="Sebastian Roldan Vasco" userId="31418594-e352-4801-9a96-51c3bb16e3dc" providerId="ADAL" clId="{F71D9F25-2BD3-4501-8AFF-C4E307556679}" dt="2022-03-11T13:38:02.950" v="1196" actId="114"/>
        <pc:sldMkLst>
          <pc:docMk/>
          <pc:sldMk cId="3007893126" sldId="296"/>
        </pc:sldMkLst>
      </pc:sldChg>
      <pc:sldChg chg="addSp modSp add mod">
        <pc:chgData name="Sebastian Roldan Vasco" userId="31418594-e352-4801-9a96-51c3bb16e3dc" providerId="ADAL" clId="{F71D9F25-2BD3-4501-8AFF-C4E307556679}" dt="2022-03-10T21:42:49.963" v="466" actId="20577"/>
        <pc:sldMkLst>
          <pc:docMk/>
          <pc:sldMk cId="1789857640" sldId="297"/>
        </pc:sldMkLst>
      </pc:sldChg>
      <pc:sldChg chg="addSp delSp modSp add mod">
        <pc:chgData name="Sebastian Roldan Vasco" userId="31418594-e352-4801-9a96-51c3bb16e3dc" providerId="ADAL" clId="{F71D9F25-2BD3-4501-8AFF-C4E307556679}" dt="2022-03-11T13:42:05.862" v="1240" actId="20577"/>
        <pc:sldMkLst>
          <pc:docMk/>
          <pc:sldMk cId="3555651802" sldId="298"/>
        </pc:sldMkLst>
      </pc:sldChg>
      <pc:sldChg chg="add del">
        <pc:chgData name="Sebastian Roldan Vasco" userId="31418594-e352-4801-9a96-51c3bb16e3dc" providerId="ADAL" clId="{F71D9F25-2BD3-4501-8AFF-C4E307556679}" dt="2022-03-11T13:25:54.993" v="1020"/>
        <pc:sldMkLst>
          <pc:docMk/>
          <pc:sldMk cId="138080698" sldId="299"/>
        </pc:sldMkLst>
      </pc:sldChg>
      <pc:sldChg chg="modSp add mod">
        <pc:chgData name="Sebastian Roldan Vasco" userId="31418594-e352-4801-9a96-51c3bb16e3dc" providerId="ADAL" clId="{F71D9F25-2BD3-4501-8AFF-C4E307556679}" dt="2022-03-11T13:57:41.973" v="1604" actId="20577"/>
        <pc:sldMkLst>
          <pc:docMk/>
          <pc:sldMk cId="2147361895" sldId="299"/>
        </pc:sldMkLst>
      </pc:sldChg>
      <pc:sldChg chg="add del">
        <pc:chgData name="Sebastian Roldan Vasco" userId="31418594-e352-4801-9a96-51c3bb16e3dc" providerId="ADAL" clId="{F71D9F25-2BD3-4501-8AFF-C4E307556679}" dt="2022-03-11T13:25:53.100" v="1018"/>
        <pc:sldMkLst>
          <pc:docMk/>
          <pc:sldMk cId="2565519114" sldId="299"/>
        </pc:sldMkLst>
      </pc:sldChg>
      <pc:sldChg chg="addSp delSp modSp new mod">
        <pc:chgData name="Sebastian Roldan Vasco" userId="31418594-e352-4801-9a96-51c3bb16e3dc" providerId="ADAL" clId="{F71D9F25-2BD3-4501-8AFF-C4E307556679}" dt="2022-03-11T13:53:56.105" v="1551" actId="404"/>
        <pc:sldMkLst>
          <pc:docMk/>
          <pc:sldMk cId="3336124563" sldId="300"/>
        </pc:sldMkLst>
      </pc:sldChg>
      <pc:sldChg chg="addSp modSp add mod">
        <pc:chgData name="Sebastian Roldan Vasco" userId="31418594-e352-4801-9a96-51c3bb16e3dc" providerId="ADAL" clId="{F71D9F25-2BD3-4501-8AFF-C4E307556679}" dt="2022-03-11T13:59:28.340" v="1630" actId="404"/>
        <pc:sldMkLst>
          <pc:docMk/>
          <pc:sldMk cId="1729141030" sldId="301"/>
        </pc:sldMkLst>
      </pc:sldChg>
      <pc:sldChg chg="addSp delSp modSp add mod">
        <pc:chgData name="Sebastian Roldan Vasco" userId="31418594-e352-4801-9a96-51c3bb16e3dc" providerId="ADAL" clId="{F71D9F25-2BD3-4501-8AFF-C4E307556679}" dt="2022-03-11T14:02:13.920" v="1645" actId="1076"/>
        <pc:sldMkLst>
          <pc:docMk/>
          <pc:sldMk cId="870459644" sldId="302"/>
        </pc:sldMkLst>
      </pc:sldChg>
      <pc:sldChg chg="addSp delSp modSp add mod">
        <pc:chgData name="Sebastian Roldan Vasco" userId="31418594-e352-4801-9a96-51c3bb16e3dc" providerId="ADAL" clId="{F71D9F25-2BD3-4501-8AFF-C4E307556679}" dt="2022-03-11T14:22:54.775" v="2222" actId="27636"/>
        <pc:sldMkLst>
          <pc:docMk/>
          <pc:sldMk cId="2234570226" sldId="303"/>
        </pc:sldMkLst>
      </pc:sldChg>
      <pc:sldChg chg="addSp delSp modSp add mod">
        <pc:chgData name="Sebastian Roldan Vasco" userId="31418594-e352-4801-9a96-51c3bb16e3dc" providerId="ADAL" clId="{F71D9F25-2BD3-4501-8AFF-C4E307556679}" dt="2022-03-11T14:16:04.280" v="1657" actId="1076"/>
        <pc:sldMkLst>
          <pc:docMk/>
          <pc:sldMk cId="1119015927" sldId="304"/>
        </pc:sldMkLst>
      </pc:sldChg>
      <pc:sldChg chg="addSp delSp modSp add mod">
        <pc:chgData name="Sebastian Roldan Vasco" userId="31418594-e352-4801-9a96-51c3bb16e3dc" providerId="ADAL" clId="{F71D9F25-2BD3-4501-8AFF-C4E307556679}" dt="2022-03-11T14:49:22.837" v="2232"/>
        <pc:sldMkLst>
          <pc:docMk/>
          <pc:sldMk cId="3646366155" sldId="305"/>
        </pc:sldMkLst>
      </pc:sldChg>
      <pc:sldChg chg="modSp add mod ord">
        <pc:chgData name="Sebastian Roldan Vasco" userId="31418594-e352-4801-9a96-51c3bb16e3dc" providerId="ADAL" clId="{F71D9F25-2BD3-4501-8AFF-C4E307556679}" dt="2022-03-11T14:54:12.033" v="2812" actId="20577"/>
        <pc:sldMkLst>
          <pc:docMk/>
          <pc:sldMk cId="3228637682" sldId="306"/>
        </pc:sldMkLst>
      </pc:sldChg>
    </pc:docChg>
  </pc:docChgLst>
  <pc:docChgLst>
    <pc:chgData name="Sebastian Roldan Vasco" userId="31418594-e352-4801-9a96-51c3bb16e3dc" providerId="ADAL" clId="{0D3BE1EF-DF58-4EE0-95B8-6279B443D665}"/>
    <pc:docChg chg="addSld delSld">
      <pc:chgData name="Sebastian Roldan Vasco" userId="31418594-e352-4801-9a96-51c3bb16e3dc" providerId="ADAL" clId="{0D3BE1EF-DF58-4EE0-95B8-6279B443D665}" dt="2025-10-10T23:01:29.459" v="1" actId="47"/>
      <pc:docMkLst>
        <pc:docMk/>
      </pc:docMkLst>
      <pc:sldChg chg="new del">
        <pc:chgData name="Sebastian Roldan Vasco" userId="31418594-e352-4801-9a96-51c3bb16e3dc" providerId="ADAL" clId="{0D3BE1EF-DF58-4EE0-95B8-6279B443D665}" dt="2025-10-10T23:01:29.459" v="1" actId="47"/>
        <pc:sldMkLst>
          <pc:docMk/>
          <pc:sldMk cId="2907480704" sldId="340"/>
        </pc:sldMkLst>
      </pc:sldChg>
    </pc:docChg>
  </pc:docChgLst>
  <pc:docChgLst>
    <pc:chgData name="Sebastian Roldan Vasco" userId="31418594-e352-4801-9a96-51c3bb16e3dc" providerId="ADAL" clId="{C5579207-988C-4DD5-884F-92E866E12BC9}"/>
    <pc:docChg chg="undo custSel addSld delSld modSld sldOrd">
      <pc:chgData name="Sebastian Roldan Vasco" userId="31418594-e352-4801-9a96-51c3bb16e3dc" providerId="ADAL" clId="{C5579207-988C-4DD5-884F-92E866E12BC9}" dt="2022-03-02T22:49:04.438" v="5794" actId="20577"/>
      <pc:docMkLst>
        <pc:docMk/>
      </pc:docMkLst>
      <pc:sldChg chg="modSp mod">
        <pc:chgData name="Sebastian Roldan Vasco" userId="31418594-e352-4801-9a96-51c3bb16e3dc" providerId="ADAL" clId="{C5579207-988C-4DD5-884F-92E866E12BC9}" dt="2022-03-01T19:17:14.074" v="23" actId="20577"/>
        <pc:sldMkLst>
          <pc:docMk/>
          <pc:sldMk cId="1141254403" sldId="256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3410426911" sldId="257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560128157" sldId="258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2775381770" sldId="259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1405770226" sldId="260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1322721043" sldId="261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2641989628" sldId="262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601835498" sldId="263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3790044777" sldId="266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1202107248" sldId="272"/>
        </pc:sldMkLst>
      </pc:sldChg>
      <pc:sldChg chg="modSp mod">
        <pc:chgData name="Sebastian Roldan Vasco" userId="31418594-e352-4801-9a96-51c3bb16e3dc" providerId="ADAL" clId="{C5579207-988C-4DD5-884F-92E866E12BC9}" dt="2022-03-02T15:13:57.010" v="4903" actId="20577"/>
        <pc:sldMkLst>
          <pc:docMk/>
          <pc:sldMk cId="636108971" sldId="273"/>
        </pc:sldMkLst>
      </pc:sldChg>
      <pc:sldChg chg="modSp add mod">
        <pc:chgData name="Sebastian Roldan Vasco" userId="31418594-e352-4801-9a96-51c3bb16e3dc" providerId="ADAL" clId="{C5579207-988C-4DD5-884F-92E866E12BC9}" dt="2022-03-01T20:07:31.912" v="1706" actId="20577"/>
        <pc:sldMkLst>
          <pc:docMk/>
          <pc:sldMk cId="1789823661" sldId="274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2671959921" sldId="274"/>
        </pc:sldMkLst>
      </pc:sldChg>
      <pc:sldChg chg="modSp add">
        <pc:chgData name="Sebastian Roldan Vasco" userId="31418594-e352-4801-9a96-51c3bb16e3dc" providerId="ADAL" clId="{C5579207-988C-4DD5-884F-92E866E12BC9}" dt="2022-03-01T20:00:09.898" v="1454" actId="20577"/>
        <pc:sldMkLst>
          <pc:docMk/>
          <pc:sldMk cId="2202908717" sldId="275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2235964801" sldId="275"/>
        </pc:sldMkLst>
      </pc:sldChg>
      <pc:sldChg chg="add del">
        <pc:chgData name="Sebastian Roldan Vasco" userId="31418594-e352-4801-9a96-51c3bb16e3dc" providerId="ADAL" clId="{C5579207-988C-4DD5-884F-92E866E12BC9}" dt="2022-03-01T19:56:32.977" v="1391" actId="47"/>
        <pc:sldMkLst>
          <pc:docMk/>
          <pc:sldMk cId="186484574" sldId="276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4005336440" sldId="276"/>
        </pc:sldMkLst>
      </pc:sldChg>
      <pc:sldChg chg="modSp add mod">
        <pc:chgData name="Sebastian Roldan Vasco" userId="31418594-e352-4801-9a96-51c3bb16e3dc" providerId="ADAL" clId="{C5579207-988C-4DD5-884F-92E866E12BC9}" dt="2022-03-01T19:57:54.058" v="1443" actId="27636"/>
        <pc:sldMkLst>
          <pc:docMk/>
          <pc:sldMk cId="903024375" sldId="277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3790637748" sldId="277"/>
        </pc:sldMkLst>
      </pc:sldChg>
      <pc:sldChg chg="modSp add mod ord">
        <pc:chgData name="Sebastian Roldan Vasco" userId="31418594-e352-4801-9a96-51c3bb16e3dc" providerId="ADAL" clId="{C5579207-988C-4DD5-884F-92E866E12BC9}" dt="2022-03-01T20:09:11.012" v="1739" actId="27636"/>
        <pc:sldMkLst>
          <pc:docMk/>
          <pc:sldMk cId="1288399800" sldId="278"/>
        </pc:sldMkLst>
      </pc:sldChg>
      <pc:sldChg chg="addSp modSp add mod">
        <pc:chgData name="Sebastian Roldan Vasco" userId="31418594-e352-4801-9a96-51c3bb16e3dc" providerId="ADAL" clId="{C5579207-988C-4DD5-884F-92E866E12BC9}" dt="2022-03-01T20:25:33.767" v="1924" actId="1035"/>
        <pc:sldMkLst>
          <pc:docMk/>
          <pc:sldMk cId="1471111256" sldId="279"/>
        </pc:sldMkLst>
      </pc:sldChg>
      <pc:sldChg chg="delSp modSp add mod">
        <pc:chgData name="Sebastian Roldan Vasco" userId="31418594-e352-4801-9a96-51c3bb16e3dc" providerId="ADAL" clId="{C5579207-988C-4DD5-884F-92E866E12BC9}" dt="2022-03-01T21:17:37.451" v="2508" actId="20577"/>
        <pc:sldMkLst>
          <pc:docMk/>
          <pc:sldMk cId="3271411616" sldId="280"/>
        </pc:sldMkLst>
      </pc:sldChg>
      <pc:sldChg chg="addSp delSp modSp add mod">
        <pc:chgData name="Sebastian Roldan Vasco" userId="31418594-e352-4801-9a96-51c3bb16e3dc" providerId="ADAL" clId="{C5579207-988C-4DD5-884F-92E866E12BC9}" dt="2022-03-01T20:34:55.054" v="2059" actId="404"/>
        <pc:sldMkLst>
          <pc:docMk/>
          <pc:sldMk cId="2162272931" sldId="281"/>
        </pc:sldMkLst>
      </pc:sldChg>
      <pc:sldChg chg="addSp delSp modSp add mod">
        <pc:chgData name="Sebastian Roldan Vasco" userId="31418594-e352-4801-9a96-51c3bb16e3dc" providerId="ADAL" clId="{C5579207-988C-4DD5-884F-92E866E12BC9}" dt="2022-03-01T20:45:28.498" v="2257"/>
        <pc:sldMkLst>
          <pc:docMk/>
          <pc:sldMk cId="1015118430" sldId="282"/>
        </pc:sldMkLst>
      </pc:sldChg>
      <pc:sldChg chg="addSp delSp modSp add mod">
        <pc:chgData name="Sebastian Roldan Vasco" userId="31418594-e352-4801-9a96-51c3bb16e3dc" providerId="ADAL" clId="{C5579207-988C-4DD5-884F-92E866E12BC9}" dt="2022-03-01T22:18:53.216" v="2919" actId="9405"/>
        <pc:sldMkLst>
          <pc:docMk/>
          <pc:sldMk cId="1361206054" sldId="283"/>
        </pc:sldMkLst>
      </pc:sldChg>
      <pc:sldChg chg="modSp add mod">
        <pc:chgData name="Sebastian Roldan Vasco" userId="31418594-e352-4801-9a96-51c3bb16e3dc" providerId="ADAL" clId="{C5579207-988C-4DD5-884F-92E866E12BC9}" dt="2022-03-02T13:47:59.832" v="3939" actId="404"/>
        <pc:sldMkLst>
          <pc:docMk/>
          <pc:sldMk cId="688558608" sldId="284"/>
        </pc:sldMkLst>
      </pc:sldChg>
      <pc:sldChg chg="modSp add mod">
        <pc:chgData name="Sebastian Roldan Vasco" userId="31418594-e352-4801-9a96-51c3bb16e3dc" providerId="ADAL" clId="{C5579207-988C-4DD5-884F-92E866E12BC9}" dt="2022-03-02T13:27:32.367" v="3004" actId="20577"/>
        <pc:sldMkLst>
          <pc:docMk/>
          <pc:sldMk cId="2848716995" sldId="285"/>
        </pc:sldMkLst>
      </pc:sldChg>
      <pc:sldChg chg="addSp delSp modSp add mod">
        <pc:chgData name="Sebastian Roldan Vasco" userId="31418594-e352-4801-9a96-51c3bb16e3dc" providerId="ADAL" clId="{C5579207-988C-4DD5-884F-92E866E12BC9}" dt="2022-03-02T13:47:11.462" v="3936" actId="1038"/>
        <pc:sldMkLst>
          <pc:docMk/>
          <pc:sldMk cId="3831126527" sldId="286"/>
        </pc:sldMkLst>
      </pc:sldChg>
      <pc:sldChg chg="addSp delSp modSp add mod ord delAnim modAnim">
        <pc:chgData name="Sebastian Roldan Vasco" userId="31418594-e352-4801-9a96-51c3bb16e3dc" providerId="ADAL" clId="{C5579207-988C-4DD5-884F-92E866E12BC9}" dt="2022-03-02T14:32:05.350" v="4059"/>
        <pc:sldMkLst>
          <pc:docMk/>
          <pc:sldMk cId="3168099354" sldId="287"/>
        </pc:sldMkLst>
      </pc:sldChg>
      <pc:sldChg chg="addSp delSp modSp add mod ord">
        <pc:chgData name="Sebastian Roldan Vasco" userId="31418594-e352-4801-9a96-51c3bb16e3dc" providerId="ADAL" clId="{C5579207-988C-4DD5-884F-92E866E12BC9}" dt="2022-03-02T14:07:10.302" v="4057" actId="1036"/>
        <pc:sldMkLst>
          <pc:docMk/>
          <pc:sldMk cId="1651678281" sldId="288"/>
        </pc:sldMkLst>
      </pc:sldChg>
      <pc:sldChg chg="addSp delSp modSp add mod ord">
        <pc:chgData name="Sebastian Roldan Vasco" userId="31418594-e352-4801-9a96-51c3bb16e3dc" providerId="ADAL" clId="{C5579207-988C-4DD5-884F-92E866E12BC9}" dt="2022-03-02T14:39:36.380" v="4483" actId="20577"/>
        <pc:sldMkLst>
          <pc:docMk/>
          <pc:sldMk cId="3959081954" sldId="289"/>
        </pc:sldMkLst>
      </pc:sldChg>
      <pc:sldChg chg="delSp modSp add mod">
        <pc:chgData name="Sebastian Roldan Vasco" userId="31418594-e352-4801-9a96-51c3bb16e3dc" providerId="ADAL" clId="{C5579207-988C-4DD5-884F-92E866E12BC9}" dt="2022-03-02T14:40:22.765" v="4561" actId="2710"/>
        <pc:sldMkLst>
          <pc:docMk/>
          <pc:sldMk cId="2641457405" sldId="290"/>
        </pc:sldMkLst>
      </pc:sldChg>
      <pc:sldChg chg="modSp add mod">
        <pc:chgData name="Sebastian Roldan Vasco" userId="31418594-e352-4801-9a96-51c3bb16e3dc" providerId="ADAL" clId="{C5579207-988C-4DD5-884F-92E866E12BC9}" dt="2022-03-02T15:54:57.380" v="4919" actId="11"/>
        <pc:sldMkLst>
          <pc:docMk/>
          <pc:sldMk cId="1802598394" sldId="291"/>
        </pc:sldMkLst>
      </pc:sldChg>
      <pc:sldChg chg="modSp add mod">
        <pc:chgData name="Sebastian Roldan Vasco" userId="31418594-e352-4801-9a96-51c3bb16e3dc" providerId="ADAL" clId="{C5579207-988C-4DD5-884F-92E866E12BC9}" dt="2022-03-02T16:07:28.417" v="5207" actId="27636"/>
        <pc:sldMkLst>
          <pc:docMk/>
          <pc:sldMk cId="3662351219" sldId="292"/>
        </pc:sldMkLst>
      </pc:sldChg>
      <pc:sldChg chg="modSp add mod">
        <pc:chgData name="Sebastian Roldan Vasco" userId="31418594-e352-4801-9a96-51c3bb16e3dc" providerId="ADAL" clId="{C5579207-988C-4DD5-884F-92E866E12BC9}" dt="2022-03-02T22:43:26.985" v="5677" actId="11"/>
        <pc:sldMkLst>
          <pc:docMk/>
          <pc:sldMk cId="1113846670" sldId="293"/>
        </pc:sldMkLst>
      </pc:sldChg>
      <pc:sldChg chg="add del">
        <pc:chgData name="Sebastian Roldan Vasco" userId="31418594-e352-4801-9a96-51c3bb16e3dc" providerId="ADAL" clId="{C5579207-988C-4DD5-884F-92E866E12BC9}" dt="2022-03-02T15:07:22.309" v="4816"/>
        <pc:sldMkLst>
          <pc:docMk/>
          <pc:sldMk cId="1184506169" sldId="293"/>
        </pc:sldMkLst>
      </pc:sldChg>
      <pc:sldChg chg="modSp add mod">
        <pc:chgData name="Sebastian Roldan Vasco" userId="31418594-e352-4801-9a96-51c3bb16e3dc" providerId="ADAL" clId="{C5579207-988C-4DD5-884F-92E866E12BC9}" dt="2022-03-02T22:38:14.693" v="5473" actId="20577"/>
        <pc:sldMkLst>
          <pc:docMk/>
          <pc:sldMk cId="2550440752" sldId="294"/>
        </pc:sldMkLst>
      </pc:sldChg>
      <pc:sldChg chg="modSp add mod ord">
        <pc:chgData name="Sebastian Roldan Vasco" userId="31418594-e352-4801-9a96-51c3bb16e3dc" providerId="ADAL" clId="{C5579207-988C-4DD5-884F-92E866E12BC9}" dt="2022-03-02T22:49:04.438" v="5794" actId="20577"/>
        <pc:sldMkLst>
          <pc:docMk/>
          <pc:sldMk cId="1101195421" sldId="295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2030914452" sldId="313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1942921708" sldId="314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1338446333" sldId="315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2766507493" sldId="316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3518849793" sldId="317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2014028523" sldId="322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413153818" sldId="323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2660738684" sldId="324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1368060878" sldId="325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4068670173" sldId="326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762089396" sldId="327"/>
        </pc:sldMkLst>
      </pc:sldChg>
      <pc:sldChg chg="del">
        <pc:chgData name="Sebastian Roldan Vasco" userId="31418594-e352-4801-9a96-51c3bb16e3dc" providerId="ADAL" clId="{C5579207-988C-4DD5-884F-92E866E12BC9}" dt="2022-03-01T19:17:26.331" v="24" actId="47"/>
        <pc:sldMkLst>
          <pc:docMk/>
          <pc:sldMk cId="3145225225" sldId="328"/>
        </pc:sldMkLst>
      </pc:sldChg>
    </pc:docChg>
  </pc:docChgLst>
  <pc:docChgLst>
    <pc:chgData name="Sebastian Roldan Vasco" userId="31418594-e352-4801-9a96-51c3bb16e3dc" providerId="ADAL" clId="{49B2C51E-BBA3-424D-94A0-A6ACF3ACB36B}"/>
    <pc:docChg chg="undo custSel addSld delSld modSld">
      <pc:chgData name="Sebastian Roldan Vasco" userId="31418594-e352-4801-9a96-51c3bb16e3dc" providerId="ADAL" clId="{49B2C51E-BBA3-424D-94A0-A6ACF3ACB36B}" dt="2024-05-14T14:59:00.834" v="612" actId="27636"/>
      <pc:docMkLst>
        <pc:docMk/>
      </pc:docMkLst>
      <pc:sldChg chg="modSp mod">
        <pc:chgData name="Sebastian Roldan Vasco" userId="31418594-e352-4801-9a96-51c3bb16e3dc" providerId="ADAL" clId="{49B2C51E-BBA3-424D-94A0-A6ACF3ACB36B}" dt="2024-05-14T14:16:53.936" v="29" actId="20577"/>
        <pc:sldMkLst>
          <pc:docMk/>
          <pc:sldMk cId="873656805" sldId="329"/>
        </pc:sldMkLst>
      </pc:sldChg>
      <pc:sldChg chg="modSp mod">
        <pc:chgData name="Sebastian Roldan Vasco" userId="31418594-e352-4801-9a96-51c3bb16e3dc" providerId="ADAL" clId="{49B2C51E-BBA3-424D-94A0-A6ACF3ACB36B}" dt="2024-05-14T14:59:00.834" v="612" actId="27636"/>
        <pc:sldMkLst>
          <pc:docMk/>
          <pc:sldMk cId="1608427817" sldId="332"/>
        </pc:sldMkLst>
      </pc:sldChg>
      <pc:sldChg chg="new del">
        <pc:chgData name="Sebastian Roldan Vasco" userId="31418594-e352-4801-9a96-51c3bb16e3dc" providerId="ADAL" clId="{49B2C51E-BBA3-424D-94A0-A6ACF3ACB36B}" dt="2024-05-14T14:15:29.613" v="1" actId="47"/>
        <pc:sldMkLst>
          <pc:docMk/>
          <pc:sldMk cId="2200657643" sldId="336"/>
        </pc:sldMkLst>
      </pc:sldChg>
      <pc:sldChg chg="add">
        <pc:chgData name="Sebastian Roldan Vasco" userId="31418594-e352-4801-9a96-51c3bb16e3dc" providerId="ADAL" clId="{49B2C51E-BBA3-424D-94A0-A6ACF3ACB36B}" dt="2024-05-14T14:15:33.844" v="2" actId="2890"/>
        <pc:sldMkLst>
          <pc:docMk/>
          <pc:sldMk cId="3316038070" sldId="336"/>
        </pc:sldMkLst>
      </pc:sldChg>
      <pc:sldChg chg="modSp add mod">
        <pc:chgData name="Sebastian Roldan Vasco" userId="31418594-e352-4801-9a96-51c3bb16e3dc" providerId="ADAL" clId="{49B2C51E-BBA3-424D-94A0-A6ACF3ACB36B}" dt="2024-05-14T14:23:09.634" v="182" actId="20577"/>
        <pc:sldMkLst>
          <pc:docMk/>
          <pc:sldMk cId="126111808" sldId="337"/>
        </pc:sldMkLst>
      </pc:sldChg>
      <pc:sldChg chg="addSp modSp add mod">
        <pc:chgData name="Sebastian Roldan Vasco" userId="31418594-e352-4801-9a96-51c3bb16e3dc" providerId="ADAL" clId="{49B2C51E-BBA3-424D-94A0-A6ACF3ACB36B}" dt="2024-05-14T14:57:05.051" v="596" actId="20577"/>
        <pc:sldMkLst>
          <pc:docMk/>
          <pc:sldMk cId="1874151145" sldId="338"/>
        </pc:sldMkLst>
      </pc:sldChg>
      <pc:sldChg chg="addSp delSp modSp add mod">
        <pc:chgData name="Sebastian Roldan Vasco" userId="31418594-e352-4801-9a96-51c3bb16e3dc" providerId="ADAL" clId="{49B2C51E-BBA3-424D-94A0-A6ACF3ACB36B}" dt="2024-05-14T14:34:13.260" v="288" actId="1076"/>
        <pc:sldMkLst>
          <pc:docMk/>
          <pc:sldMk cId="3838278690" sldId="3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71445-7F9E-4588-AE97-81ACF5DBB4C7}" type="datetimeFigureOut">
              <a:rPr lang="es-CO" smtClean="0"/>
              <a:t>10/10/2025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89988-9A35-43E5-B164-4652A56605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8680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C6E1-8B46-406A-A31C-93BA5D84DC01}" type="datetime1">
              <a:rPr lang="es-CO" smtClean="0"/>
              <a:t>10/10/2025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9919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EE04-72C1-4BE2-A3E4-D39F57DFA1B7}" type="datetime1">
              <a:rPr lang="es-CO" smtClean="0"/>
              <a:t>10/10/2025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1509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AA84-1EE4-4CA2-927C-C817B944188C}" type="datetime1">
              <a:rPr lang="es-CO" smtClean="0"/>
              <a:t>10/10/2025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583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27AC-36D0-4076-BCC5-2AA20AE7853E}" type="datetime1">
              <a:rPr lang="es-CO" smtClean="0"/>
              <a:t>10/10/2025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15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8886A-EB1F-4D7A-8F3C-71C83F107C26}" type="datetime1">
              <a:rPr lang="es-CO" smtClean="0"/>
              <a:t>10/10/2025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6949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3A759-4973-42F3-B290-756687F8E5EC}" type="datetime1">
              <a:rPr lang="es-CO" smtClean="0"/>
              <a:t>10/10/2025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164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72CDE-CCA0-4B10-8700-0838C14926FA}" type="datetime1">
              <a:rPr lang="es-CO" smtClean="0"/>
              <a:t>10/10/2025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317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AAFEE-4F3E-4A8F-9119-254F4E13308A}" type="datetime1">
              <a:rPr lang="es-CO" smtClean="0"/>
              <a:t>10/10/2025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705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F466-488F-4047-84C5-544C6F48F2C3}" type="datetime1">
              <a:rPr lang="es-CO" smtClean="0"/>
              <a:t>10/10/2025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2167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C509-6957-479E-AFE2-202F8D80D8E0}" type="datetime1">
              <a:rPr lang="es-CO" smtClean="0"/>
              <a:t>10/10/2025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3209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98C8-90C1-436A-A350-938991FE758E}" type="datetime1">
              <a:rPr lang="es-CO" smtClean="0"/>
              <a:t>10/10/2025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664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207C9-A8FB-413C-AAF7-D4B9EF5DD69C}" type="datetime1">
              <a:rPr lang="es-CO" smtClean="0"/>
              <a:t>10/10/2025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O"/>
              <a:t>SEBASTIÁN ROLDÁN-VASCO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6791C-57A0-413B-80FB-2227FB50CB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419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hyperlink" Target="https://pypi.org/project/ReliefF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hyperlink" Target="https://github.com/danielhomola/mif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content/pdf/10.1007/s10115-012-0487-8.pdf" TargetMode="External"/><Relationship Id="rId2" Type="http://schemas.openxmlformats.org/officeDocument/2006/relationships/hyperlink" Target="https://www.sciencedirect.com/science/article/pii/S153204641830140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kshaykapoor347/Compute-AUC-ROC-from-scratch-pyth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B16A28-7B52-4750-8A64-F947E8FC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SEBASTIÁN ROLDÁN-VASCO</a:t>
            </a:r>
          </a:p>
        </p:txBody>
      </p:sp>
      <p:sp>
        <p:nvSpPr>
          <p:cNvPr id="9" name="1 Título">
            <a:extLst>
              <a:ext uri="{FF2B5EF4-FFF2-40B4-BE49-F238E27FC236}">
                <a16:creationId xmlns:a16="http://schemas.microsoft.com/office/drawing/2014/main" id="{69CCFAE1-9FF7-5316-B9AC-97E035551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8067" y="1151519"/>
            <a:ext cx="7772400" cy="2387600"/>
          </a:xfrm>
        </p:spPr>
        <p:txBody>
          <a:bodyPr>
            <a:normAutofit/>
          </a:bodyPr>
          <a:lstStyle/>
          <a:p>
            <a:r>
              <a:rPr lang="es-ES" sz="5000" dirty="0"/>
              <a:t>SCIENTIFIC COMPUTING</a:t>
            </a:r>
            <a:br>
              <a:rPr lang="es-ES" dirty="0"/>
            </a:br>
            <a:br>
              <a:rPr lang="es-ES" dirty="0"/>
            </a:br>
            <a:r>
              <a:rPr lang="es-ES" sz="4400" dirty="0"/>
              <a:t>Data </a:t>
            </a:r>
            <a:r>
              <a:rPr lang="es-ES" sz="4400" dirty="0" err="1"/>
              <a:t>Analysis</a:t>
            </a:r>
            <a:endParaRPr lang="es-ES" sz="4400" dirty="0"/>
          </a:p>
        </p:txBody>
      </p:sp>
      <p:sp>
        <p:nvSpPr>
          <p:cNvPr id="10" name="2 Subtítulo">
            <a:extLst>
              <a:ext uri="{FF2B5EF4-FFF2-40B4-BE49-F238E27FC236}">
                <a16:creationId xmlns:a16="http://schemas.microsoft.com/office/drawing/2014/main" id="{D430709B-CD2E-398B-0937-27E4FD89B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1515" y="4175855"/>
            <a:ext cx="6858000" cy="1655762"/>
          </a:xfrm>
        </p:spPr>
        <p:txBody>
          <a:bodyPr>
            <a:normAutofit/>
          </a:bodyPr>
          <a:lstStyle/>
          <a:p>
            <a:r>
              <a:rPr lang="es-ES" dirty="0"/>
              <a:t>SEBASTIÁN ROLDÁN VASCO, </a:t>
            </a:r>
            <a:r>
              <a:rPr lang="es-ES" dirty="0" err="1"/>
              <a:t>MSc</a:t>
            </a:r>
            <a:r>
              <a:rPr lang="es-ES" dirty="0"/>
              <a:t>., PhD.</a:t>
            </a:r>
          </a:p>
          <a:p>
            <a:r>
              <a:rPr lang="es-ES" dirty="0"/>
              <a:t>sebastianroldan@itm.edu.co</a:t>
            </a:r>
          </a:p>
        </p:txBody>
      </p:sp>
    </p:spTree>
    <p:extLst>
      <p:ext uri="{BB962C8B-B14F-4D97-AF65-F5344CB8AC3E}">
        <p14:creationId xmlns:p14="http://schemas.microsoft.com/office/powerpoint/2010/main" val="1141254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Pattern</a:t>
            </a:r>
            <a:r>
              <a:rPr lang="es-CO" dirty="0"/>
              <a:t> </a:t>
            </a:r>
            <a:r>
              <a:rPr lang="es-CO" dirty="0" err="1"/>
              <a:t>recognition</a:t>
            </a:r>
            <a:r>
              <a:rPr lang="es-CO" dirty="0"/>
              <a:t> </a:t>
            </a:r>
            <a:r>
              <a:rPr lang="es-CO" dirty="0" err="1"/>
              <a:t>postulates</a:t>
            </a:r>
            <a:r>
              <a:rPr lang="es-CO" sz="3600" dirty="0"/>
              <a:t>*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2039361-64F0-4E9F-A0D1-188815E9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 err="1"/>
              <a:t>Pattern</a:t>
            </a:r>
            <a:r>
              <a:rPr lang="es-ES" dirty="0"/>
              <a:t> </a:t>
            </a:r>
            <a:r>
              <a:rPr lang="es-ES" dirty="0" err="1"/>
              <a:t>recognition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 err="1">
                <a:sym typeface="Wingdings" panose="05000000000000000000" pitchFamily="2" charset="2"/>
              </a:rPr>
              <a:t>automatic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detection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of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patterns</a:t>
            </a:r>
            <a:r>
              <a:rPr lang="es-ES" dirty="0">
                <a:sym typeface="Wingdings" panose="05000000000000000000" pitchFamily="2" charset="2"/>
              </a:rPr>
              <a:t> in </a:t>
            </a:r>
            <a:r>
              <a:rPr lang="es-ES" dirty="0" err="1">
                <a:sym typeface="Wingdings" panose="05000000000000000000" pitchFamily="2" charset="2"/>
              </a:rPr>
              <a:t>sensed</a:t>
            </a:r>
            <a:r>
              <a:rPr lang="es-ES" dirty="0">
                <a:sym typeface="Wingdings" panose="05000000000000000000" pitchFamily="2" charset="2"/>
              </a:rPr>
              <a:t> data</a:t>
            </a:r>
          </a:p>
          <a:p>
            <a:pPr marL="0" indent="0">
              <a:buNone/>
            </a:pPr>
            <a:endParaRPr lang="es-ES" dirty="0">
              <a:sym typeface="Wingdings" panose="05000000000000000000" pitchFamily="2" charset="2"/>
            </a:endParaRPr>
          </a:p>
          <a:p>
            <a:pPr algn="l">
              <a:lnSpc>
                <a:spcPct val="160000"/>
              </a:lnSpc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NimbusSanL-Regu"/>
              </a:rPr>
              <a:t>Sample set</a:t>
            </a:r>
          </a:p>
          <a:p>
            <a:pPr algn="l">
              <a:lnSpc>
                <a:spcPct val="160000"/>
              </a:lnSpc>
            </a:pPr>
            <a:r>
              <a:rPr lang="en-US" sz="2400" b="0" i="0" u="none" strike="noStrike" baseline="0" dirty="0">
                <a:solidFill>
                  <a:srgbClr val="003366"/>
                </a:solidFill>
                <a:latin typeface="CMSY1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NimbusSanL-Regu"/>
              </a:rPr>
              <a:t>Features</a:t>
            </a:r>
          </a:p>
          <a:p>
            <a:pPr algn="l">
              <a:lnSpc>
                <a:spcPct val="160000"/>
              </a:lnSpc>
            </a:pPr>
            <a:r>
              <a:rPr lang="en-US" sz="2400" b="0" i="0" u="none" strike="noStrike" baseline="0" dirty="0">
                <a:solidFill>
                  <a:srgbClr val="003366"/>
                </a:solidFill>
                <a:latin typeface="CMSY1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NimbusSanL-Regu"/>
              </a:rPr>
              <a:t>Compactness</a:t>
            </a:r>
            <a:endParaRPr lang="es-CO" sz="2400" b="0" i="0" u="none" strike="noStrike" baseline="0" dirty="0">
              <a:solidFill>
                <a:srgbClr val="000000"/>
              </a:solidFill>
              <a:latin typeface="NimbusSanL-Regu"/>
            </a:endParaRPr>
          </a:p>
          <a:p>
            <a:pPr algn="l">
              <a:lnSpc>
                <a:spcPct val="160000"/>
              </a:lnSpc>
            </a:pPr>
            <a:r>
              <a:rPr lang="en-US" sz="2400" b="0" i="0" u="none" strike="noStrike" baseline="0" dirty="0">
                <a:solidFill>
                  <a:srgbClr val="003366"/>
                </a:solidFill>
                <a:latin typeface="CMSY1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NimbusSanL-Regu"/>
              </a:rPr>
              <a:t>Decomposition</a:t>
            </a:r>
            <a:endParaRPr lang="es-CO" sz="2400" b="0" i="0" u="none" strike="noStrike" baseline="0" dirty="0">
              <a:solidFill>
                <a:srgbClr val="000000"/>
              </a:solidFill>
              <a:latin typeface="NimbusSanL-Regu"/>
            </a:endParaRPr>
          </a:p>
          <a:p>
            <a:pPr algn="l">
              <a:lnSpc>
                <a:spcPct val="160000"/>
              </a:lnSpc>
            </a:pPr>
            <a:r>
              <a:rPr lang="en-US" sz="2400" b="0" i="0" u="none" strike="noStrike" baseline="0" dirty="0">
                <a:solidFill>
                  <a:srgbClr val="003366"/>
                </a:solidFill>
                <a:latin typeface="CMSY1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NimbusSanL-Regu"/>
              </a:rPr>
              <a:t>Structure</a:t>
            </a:r>
            <a:endParaRPr lang="es-CO" sz="2400" b="0" i="0" u="none" strike="noStrike" baseline="0" dirty="0">
              <a:solidFill>
                <a:srgbClr val="000000"/>
              </a:solidFill>
              <a:latin typeface="NimbusSanL-Regu"/>
            </a:endParaRPr>
          </a:p>
          <a:p>
            <a:pPr algn="l">
              <a:lnSpc>
                <a:spcPct val="160000"/>
              </a:lnSpc>
            </a:pPr>
            <a:r>
              <a:rPr lang="en-US" sz="2400" b="0" i="0" u="none" strike="noStrike" baseline="0" dirty="0">
                <a:solidFill>
                  <a:srgbClr val="003366"/>
                </a:solidFill>
                <a:latin typeface="CMSY1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NimbusSanL-Regu"/>
              </a:rPr>
              <a:t>Similarity</a:t>
            </a:r>
            <a:endParaRPr lang="es-CO" u="sng" dirty="0"/>
          </a:p>
          <a:p>
            <a:pPr>
              <a:lnSpc>
                <a:spcPct val="70000"/>
              </a:lnSpc>
            </a:pPr>
            <a:r>
              <a:rPr lang="en-US" sz="1300" dirty="0">
                <a:latin typeface="NimbusSanL-Regu"/>
              </a:rPr>
              <a:t>Based on the lecture of Pattern Recognition by Dr.-Ing. Juan Rafael Orozco </a:t>
            </a:r>
            <a:r>
              <a:rPr lang="en-US" sz="1300" dirty="0" err="1">
                <a:latin typeface="NimbusSanL-Regu"/>
              </a:rPr>
              <a:t>Arroyave</a:t>
            </a:r>
            <a:endParaRPr lang="es-ES" sz="1300" dirty="0">
              <a:latin typeface="NimbusSanL-Regu"/>
            </a:endParaRP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BFBB772-C6AF-4C93-94EA-F0ACA86B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966" y="3236686"/>
            <a:ext cx="8078784" cy="168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24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Feature</a:t>
            </a:r>
            <a:r>
              <a:rPr lang="es-CO" dirty="0"/>
              <a:t> (data) </a:t>
            </a:r>
            <a:r>
              <a:rPr lang="es-CO" dirty="0" err="1"/>
              <a:t>space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B7D40-1A6C-8911-53DC-110E131F3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7" name="Picture 2" descr="Feature Extraction image">
            <a:extLst>
              <a:ext uri="{FF2B5EF4-FFF2-40B4-BE49-F238E27FC236}">
                <a16:creationId xmlns:a16="http://schemas.microsoft.com/office/drawing/2014/main" id="{A9C434A3-848D-9D55-0955-071043558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172" y="1714727"/>
            <a:ext cx="6756804" cy="380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8">
            <a:extLst>
              <a:ext uri="{FF2B5EF4-FFF2-40B4-BE49-F238E27FC236}">
                <a16:creationId xmlns:a16="http://schemas.microsoft.com/office/drawing/2014/main" id="{ECF60210-A0AB-0E92-4EBC-16B1A27E3E6B}"/>
              </a:ext>
            </a:extLst>
          </p:cNvPr>
          <p:cNvSpPr txBox="1"/>
          <p:nvPr/>
        </p:nvSpPr>
        <p:spPr>
          <a:xfrm>
            <a:off x="2765172" y="551542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https://www.analyticsvidhya.com/blog/2021/04/guide-for-feature-extraction-techniques/</a:t>
            </a:r>
          </a:p>
        </p:txBody>
      </p:sp>
    </p:spTree>
    <p:extLst>
      <p:ext uri="{BB962C8B-B14F-4D97-AF65-F5344CB8AC3E}">
        <p14:creationId xmlns:p14="http://schemas.microsoft.com/office/powerpoint/2010/main" val="59753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Feature</a:t>
            </a:r>
            <a:r>
              <a:rPr lang="es-CO" dirty="0"/>
              <a:t> (data) </a:t>
            </a:r>
            <a:r>
              <a:rPr lang="es-CO" dirty="0" err="1"/>
              <a:t>space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A2039361-64F0-4E9F-A0D1-188815E9F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ES" dirty="0"/>
                  <a:t>Given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" dirty="0"/>
                  <a:t> </a:t>
                </a:r>
                <a:r>
                  <a:rPr lang="es-ES" dirty="0" err="1"/>
                  <a:t>observations</a:t>
                </a:r>
                <a:r>
                  <a:rPr lang="es-ES" dirty="0"/>
                  <a:t> </a:t>
                </a:r>
                <a:r>
                  <a:rPr lang="es-ES" dirty="0" err="1"/>
                  <a:t>with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O" dirty="0"/>
                  <a:t> </a:t>
                </a:r>
                <a:r>
                  <a:rPr lang="es-CO" dirty="0" err="1"/>
                  <a:t>features</a:t>
                </a:r>
                <a:r>
                  <a:rPr lang="es-CO" dirty="0"/>
                  <a:t> </a:t>
                </a:r>
                <a:r>
                  <a:rPr lang="es-CO" dirty="0" err="1"/>
                  <a:t>each</a:t>
                </a:r>
                <a:r>
                  <a:rPr lang="es-CO" dirty="0"/>
                  <a:t>, </a:t>
                </a:r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feature</a:t>
                </a:r>
                <a:r>
                  <a:rPr lang="es-CO" dirty="0"/>
                  <a:t> </a:t>
                </a:r>
                <a:r>
                  <a:rPr lang="es-CO" dirty="0" err="1"/>
                  <a:t>space</a:t>
                </a:r>
                <a:r>
                  <a:rPr lang="es-CO" dirty="0"/>
                  <a:t> </a:t>
                </a:r>
                <a:r>
                  <a:rPr lang="es-CO" dirty="0" err="1"/>
                  <a:t>is</a:t>
                </a:r>
                <a:r>
                  <a:rPr lang="es-CO" dirty="0"/>
                  <a:t> </a:t>
                </a:r>
                <a:r>
                  <a:rPr lang="es-CO" dirty="0" err="1"/>
                  <a:t>represented</a:t>
                </a:r>
                <a:r>
                  <a:rPr lang="es-CO" dirty="0"/>
                  <a:t> as </a:t>
                </a:r>
                <a:r>
                  <a:rPr lang="es-CO" dirty="0" err="1"/>
                  <a:t>follows</a:t>
                </a:r>
                <a:r>
                  <a:rPr lang="es-ES" dirty="0"/>
                  <a:t>:</a:t>
                </a:r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dirty="0">
                    <a:sym typeface="Wingdings" panose="05000000000000000000" pitchFamily="2" charset="2"/>
                  </a:rPr>
                  <a:t>  </a:t>
                </a:r>
                <a:r>
                  <a:rPr lang="es-CO" dirty="0" err="1"/>
                  <a:t>Each</a:t>
                </a:r>
                <a:r>
                  <a:rPr lang="es-CO" dirty="0"/>
                  <a:t> </a:t>
                </a:r>
                <a:r>
                  <a:rPr lang="es-CO" dirty="0" err="1"/>
                  <a:t>row</a:t>
                </a:r>
                <a:r>
                  <a:rPr lang="es-CO" dirty="0"/>
                  <a:t> </a:t>
                </a:r>
                <a:r>
                  <a:rPr lang="es-CO" dirty="0" err="1"/>
                  <a:t>is</a:t>
                </a:r>
                <a:r>
                  <a:rPr lang="es-CO" dirty="0"/>
                  <a:t> a </a:t>
                </a:r>
                <a:r>
                  <a:rPr lang="es-CO" dirty="0" err="1"/>
                  <a:t>point</a:t>
                </a:r>
                <a:r>
                  <a:rPr lang="es-CO" dirty="0"/>
                  <a:t> in 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O" dirty="0"/>
                  <a:t>-dimensional </a:t>
                </a:r>
                <a:r>
                  <a:rPr lang="es-CO" dirty="0" err="1"/>
                  <a:t>space</a:t>
                </a:r>
                <a:endParaRPr lang="es-CO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A2039361-64F0-4E9F-A0D1-188815E9F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839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Pattern</a:t>
            </a:r>
            <a:r>
              <a:rPr lang="es-CO" dirty="0"/>
              <a:t> </a:t>
            </a:r>
            <a:r>
              <a:rPr lang="es-CO" dirty="0" err="1"/>
              <a:t>recognition</a:t>
            </a:r>
            <a:r>
              <a:rPr lang="es-CO" dirty="0"/>
              <a:t> </a:t>
            </a:r>
            <a:r>
              <a:rPr lang="es-CO" dirty="0" err="1"/>
              <a:t>postulates</a:t>
            </a:r>
            <a:r>
              <a:rPr lang="es-CO" sz="3600" dirty="0"/>
              <a:t>*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1F5E74F-D911-5B28-E881-7A79D5961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8" y="1309688"/>
            <a:ext cx="5876925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10">
            <a:extLst>
              <a:ext uri="{FF2B5EF4-FFF2-40B4-BE49-F238E27FC236}">
                <a16:creationId xmlns:a16="http://schemas.microsoft.com/office/drawing/2014/main" id="{37E716AF-B2FD-3E95-9B88-95367CFCE482}"/>
              </a:ext>
            </a:extLst>
          </p:cNvPr>
          <p:cNvSpPr txBox="1"/>
          <p:nvPr/>
        </p:nvSpPr>
        <p:spPr>
          <a:xfrm>
            <a:off x="3157538" y="564455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/>
              <a:t>https://towardsdatascience.com/feature-extraction-techniques-d619b56e31be</a:t>
            </a:r>
          </a:p>
        </p:txBody>
      </p:sp>
    </p:spTree>
    <p:extLst>
      <p:ext uri="{BB962C8B-B14F-4D97-AF65-F5344CB8AC3E}">
        <p14:creationId xmlns:p14="http://schemas.microsoft.com/office/powerpoint/2010/main" val="346757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Pattern</a:t>
            </a:r>
            <a:r>
              <a:rPr lang="es-CO" dirty="0"/>
              <a:t> </a:t>
            </a:r>
            <a:r>
              <a:rPr lang="es-CO" dirty="0" err="1"/>
              <a:t>recognition</a:t>
            </a:r>
            <a:r>
              <a:rPr lang="es-CO" dirty="0"/>
              <a:t> </a:t>
            </a:r>
            <a:r>
              <a:rPr lang="es-CO" dirty="0" err="1"/>
              <a:t>postulates</a:t>
            </a:r>
            <a:r>
              <a:rPr lang="es-CO" sz="3600" dirty="0"/>
              <a:t>*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pic>
        <p:nvPicPr>
          <p:cNvPr id="3" name="Marcador de contenido 5">
            <a:extLst>
              <a:ext uri="{FF2B5EF4-FFF2-40B4-BE49-F238E27FC236}">
                <a16:creationId xmlns:a16="http://schemas.microsoft.com/office/drawing/2014/main" id="{6D3D603D-228D-B310-E06C-06BC1F8FC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8640" y="2442165"/>
            <a:ext cx="6414719" cy="2507340"/>
          </a:xfrm>
        </p:spPr>
      </p:pic>
      <p:sp>
        <p:nvSpPr>
          <p:cNvPr id="5" name="CuadroTexto 6">
            <a:extLst>
              <a:ext uri="{FF2B5EF4-FFF2-40B4-BE49-F238E27FC236}">
                <a16:creationId xmlns:a16="http://schemas.microsoft.com/office/drawing/2014/main" id="{011BDDAE-1EC6-DF69-F43D-61D844696A04}"/>
              </a:ext>
            </a:extLst>
          </p:cNvPr>
          <p:cNvSpPr txBox="1"/>
          <p:nvPr/>
        </p:nvSpPr>
        <p:spPr>
          <a:xfrm>
            <a:off x="2088860" y="5058561"/>
            <a:ext cx="8766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Hands-on Machine Learning with Scikit-Learn, </a:t>
            </a:r>
            <a:r>
              <a:rPr lang="en-US" sz="1200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lang="en-US" sz="1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and TensorFlow: </a:t>
            </a:r>
            <a:r>
              <a:rPr lang="en-US" sz="12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Concepts, Tools, and Techniques to Build Intelligent Systems</a:t>
            </a:r>
            <a:r>
              <a:rPr lang="en-US" sz="1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2nd ed., O'Reilly, 2019.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9546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Warm-up</a:t>
            </a:r>
          </a:p>
        </p:txBody>
      </p:sp>
      <p:pic>
        <p:nvPicPr>
          <p:cNvPr id="20" name="Imagen 19" descr="Código QR&#10;&#10;Descripción generada automáticamente">
            <a:extLst>
              <a:ext uri="{FF2B5EF4-FFF2-40B4-BE49-F238E27FC236}">
                <a16:creationId xmlns:a16="http://schemas.microsoft.com/office/drawing/2014/main" id="{DD7E64A4-8E23-4148-AD6B-90D87C59E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SEBASTIÁN ROLDÁN-VASCO</a:t>
            </a:r>
          </a:p>
        </p:txBody>
      </p:sp>
    </p:spTree>
    <p:extLst>
      <p:ext uri="{BB962C8B-B14F-4D97-AF65-F5344CB8AC3E}">
        <p14:creationId xmlns:p14="http://schemas.microsoft.com/office/powerpoint/2010/main" val="366235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707BC48-487D-4979-9B89-7E2A1DE55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88" y="1598287"/>
            <a:ext cx="6144683" cy="512318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Warm</a:t>
            </a:r>
            <a:r>
              <a:rPr lang="es-CO" dirty="0"/>
              <a:t>-up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C15B639-47B0-4A70-92EC-129805FF9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87" y="102016"/>
            <a:ext cx="4503989" cy="337799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F499AD1-F198-40BB-AAA1-393887AD7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642" y="3480008"/>
            <a:ext cx="4647734" cy="337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0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Class</a:t>
            </a:r>
            <a:r>
              <a:rPr lang="es-CO" dirty="0"/>
              <a:t> </a:t>
            </a:r>
            <a:r>
              <a:rPr lang="es-CO" dirty="0" err="1"/>
              <a:t>separability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2039361-64F0-4E9F-A0D1-188815E9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8541"/>
            <a:ext cx="98443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 err="1"/>
              <a:t>It</a:t>
            </a:r>
            <a:r>
              <a:rPr lang="es-CO" dirty="0"/>
              <a:t> </a:t>
            </a:r>
            <a:r>
              <a:rPr lang="es-CO" dirty="0" err="1"/>
              <a:t>is</a:t>
            </a:r>
            <a:r>
              <a:rPr lang="es-CO" dirty="0"/>
              <a:t> a </a:t>
            </a:r>
            <a:r>
              <a:rPr lang="es-CO" dirty="0" err="1"/>
              <a:t>measure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discriminative </a:t>
            </a:r>
            <a:r>
              <a:rPr lang="es-CO" dirty="0" err="1"/>
              <a:t>power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a </a:t>
            </a:r>
            <a:r>
              <a:rPr lang="es-CO" dirty="0" err="1"/>
              <a:t>feature</a:t>
            </a:r>
            <a:r>
              <a:rPr lang="es-CO" dirty="0"/>
              <a:t> (</a:t>
            </a:r>
            <a:r>
              <a:rPr lang="en-US" sz="2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Zgallai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 A, 2020</a:t>
            </a:r>
            <a:r>
              <a:rPr lang="es-CO" dirty="0"/>
              <a:t>)</a:t>
            </a:r>
          </a:p>
          <a:p>
            <a:pPr marL="0" indent="0">
              <a:buNone/>
            </a:pPr>
            <a:endParaRPr lang="es-CO" sz="2600" dirty="0"/>
          </a:p>
          <a:p>
            <a:pPr marL="0" indent="0">
              <a:buNone/>
            </a:pPr>
            <a:endParaRPr lang="es-CO" sz="2600" dirty="0"/>
          </a:p>
        </p:txBody>
      </p:sp>
      <p:pic>
        <p:nvPicPr>
          <p:cNvPr id="1026" name="Picture 2" descr="Fig. 2.5">
            <a:extLst>
              <a:ext uri="{FF2B5EF4-FFF2-40B4-BE49-F238E27FC236}">
                <a16:creationId xmlns:a16="http://schemas.microsoft.com/office/drawing/2014/main" id="{3E71A5BF-F43D-473B-B1C4-A510C0779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740" y="2786477"/>
            <a:ext cx="5257800" cy="335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15F4C94-3B18-480B-9F32-099312EC07B3}"/>
              </a:ext>
            </a:extLst>
          </p:cNvPr>
          <p:cNvSpPr txBox="1"/>
          <p:nvPr/>
        </p:nvSpPr>
        <p:spPr>
          <a:xfrm>
            <a:off x="1034640" y="61377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NexusSans"/>
              </a:rPr>
              <a:t> Two class-conditional densities for two equiprobable classes</a:t>
            </a:r>
            <a:endParaRPr lang="es-CO" dirty="0"/>
          </a:p>
        </p:txBody>
      </p:sp>
      <p:pic>
        <p:nvPicPr>
          <p:cNvPr id="3" name="Picture 2" descr="How to explain Normal Distribution to a bro at the gym : r/funny">
            <a:extLst>
              <a:ext uri="{FF2B5EF4-FFF2-40B4-BE49-F238E27FC236}">
                <a16:creationId xmlns:a16="http://schemas.microsoft.com/office/drawing/2014/main" id="{C2948923-D087-4995-9947-C0120D4BE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4400" y="2357305"/>
            <a:ext cx="3067214" cy="413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440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Class</a:t>
            </a:r>
            <a:r>
              <a:rPr lang="es-CO" dirty="0"/>
              <a:t> </a:t>
            </a:r>
            <a:r>
              <a:rPr lang="es-CO" dirty="0" err="1"/>
              <a:t>separability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2039361-64F0-4E9F-A0D1-188815E9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8541"/>
            <a:ext cx="98443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 err="1"/>
              <a:t>Higher</a:t>
            </a:r>
            <a:r>
              <a:rPr lang="es-CO" dirty="0"/>
              <a:t> </a:t>
            </a:r>
            <a:r>
              <a:rPr lang="es-CO" dirty="0" err="1"/>
              <a:t>separability</a:t>
            </a:r>
            <a:r>
              <a:rPr lang="es-CO" dirty="0"/>
              <a:t> </a:t>
            </a:r>
            <a:r>
              <a:rPr lang="es-CO" dirty="0" err="1"/>
              <a:t>is</a:t>
            </a:r>
            <a:r>
              <a:rPr lang="es-CO" dirty="0"/>
              <a:t> </a:t>
            </a:r>
            <a:r>
              <a:rPr lang="es-CO" dirty="0" err="1"/>
              <a:t>obtained</a:t>
            </a:r>
            <a:r>
              <a:rPr lang="es-CO" dirty="0"/>
              <a:t> </a:t>
            </a:r>
            <a:r>
              <a:rPr lang="es-CO" dirty="0" err="1"/>
              <a:t>with</a:t>
            </a:r>
            <a:r>
              <a:rPr lang="es-CO" dirty="0"/>
              <a:t> </a:t>
            </a:r>
            <a:r>
              <a:rPr lang="es-CO" dirty="0" err="1"/>
              <a:t>large</a:t>
            </a:r>
            <a:r>
              <a:rPr lang="es-CO" dirty="0"/>
              <a:t> </a:t>
            </a:r>
            <a:r>
              <a:rPr lang="es-CO" dirty="0" err="1"/>
              <a:t>interclass</a:t>
            </a:r>
            <a:r>
              <a:rPr lang="es-CO" dirty="0"/>
              <a:t> and </a:t>
            </a:r>
            <a:r>
              <a:rPr lang="es-CO" dirty="0" err="1"/>
              <a:t>small</a:t>
            </a:r>
            <a:r>
              <a:rPr lang="es-CO" dirty="0"/>
              <a:t> </a:t>
            </a:r>
            <a:r>
              <a:rPr lang="es-CO" dirty="0" err="1"/>
              <a:t>within-class</a:t>
            </a:r>
            <a:r>
              <a:rPr lang="es-CO" dirty="0"/>
              <a:t> </a:t>
            </a:r>
            <a:r>
              <a:rPr lang="es-CO" dirty="0" err="1"/>
              <a:t>distances</a:t>
            </a:r>
            <a:r>
              <a:rPr lang="es-CO" dirty="0"/>
              <a:t> (</a:t>
            </a:r>
            <a:r>
              <a:rPr lang="en-US" sz="2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Zgallai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 A, 2020</a:t>
            </a:r>
            <a:r>
              <a:rPr lang="es-CO" dirty="0"/>
              <a:t>)</a:t>
            </a:r>
          </a:p>
          <a:p>
            <a:pPr marL="0" indent="0">
              <a:buNone/>
            </a:pPr>
            <a:endParaRPr lang="es-CO" sz="2600" dirty="0"/>
          </a:p>
          <a:p>
            <a:pPr marL="0" indent="0">
              <a:buNone/>
            </a:pPr>
            <a:endParaRPr lang="es-CO" sz="2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5F4C94-3B18-480B-9F32-099312EC07B3}"/>
              </a:ext>
            </a:extLst>
          </p:cNvPr>
          <p:cNvSpPr txBox="1"/>
          <p:nvPr/>
        </p:nvSpPr>
        <p:spPr>
          <a:xfrm>
            <a:off x="1688646" y="6137732"/>
            <a:ext cx="8814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NexusSans"/>
              </a:rPr>
              <a:t>Scatter plots showing class separability of two-dimensional datasets (</a:t>
            </a:r>
            <a:r>
              <a:rPr lang="en-US" b="0" i="0" dirty="0" err="1">
                <a:effectLst/>
                <a:latin typeface="NexusSans"/>
              </a:rPr>
              <a:t>Zgallai</a:t>
            </a:r>
            <a:r>
              <a:rPr lang="en-US" b="0" i="0" dirty="0">
                <a:effectLst/>
                <a:latin typeface="NexusSans"/>
              </a:rPr>
              <a:t>, W. A, 2020)</a:t>
            </a:r>
          </a:p>
          <a:p>
            <a:endParaRPr lang="es-CO" dirty="0"/>
          </a:p>
        </p:txBody>
      </p:sp>
      <p:pic>
        <p:nvPicPr>
          <p:cNvPr id="2050" name="Picture 2" descr="Fig. 2.6">
            <a:extLst>
              <a:ext uri="{FF2B5EF4-FFF2-40B4-BE49-F238E27FC236}">
                <a16:creationId xmlns:a16="http://schemas.microsoft.com/office/drawing/2014/main" id="{5C9CA922-CD87-4F02-89F5-D5E46CE4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448" y="2740167"/>
            <a:ext cx="5245101" cy="334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503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Separability</a:t>
            </a:r>
            <a:r>
              <a:rPr lang="es-CO" dirty="0"/>
              <a:t> </a:t>
            </a:r>
            <a:r>
              <a:rPr lang="es-CO" dirty="0" err="1"/>
              <a:t>criteria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A2039361-64F0-4E9F-A0D1-188815E9F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38541"/>
                <a:ext cx="9844314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s-CO" dirty="0"/>
                  <a:t>The Fisher score, </a:t>
                </a:r>
                <a:r>
                  <a:rPr lang="es-CO" dirty="0" err="1"/>
                  <a:t>a.k.a</a:t>
                </a:r>
                <a:r>
                  <a:rPr lang="es-CO" dirty="0"/>
                  <a:t>. Fisher </a:t>
                </a:r>
                <a:r>
                  <a:rPr lang="es-CO" dirty="0" err="1"/>
                  <a:t>Discriminant</a:t>
                </a:r>
                <a:r>
                  <a:rPr lang="es-CO" dirty="0"/>
                  <a:t> Ratio (FDR) </a:t>
                </a:r>
                <a:r>
                  <a:rPr lang="es-CO" dirty="0" err="1"/>
                  <a:t>is</a:t>
                </a:r>
                <a:r>
                  <a:rPr lang="es-CO" dirty="0"/>
                  <a:t> </a:t>
                </a:r>
                <a:r>
                  <a:rPr lang="es-CO" dirty="0" err="1"/>
                  <a:t>given</a:t>
                </a:r>
                <a:r>
                  <a:rPr lang="es-CO" dirty="0"/>
                  <a:t> </a:t>
                </a:r>
                <a:r>
                  <a:rPr lang="es-CO" dirty="0" err="1"/>
                  <a:t>by</a:t>
                </a:r>
                <a:r>
                  <a:rPr lang="es-CO" dirty="0"/>
                  <a:t>: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i="1" smtClean="0">
                          <a:latin typeface="Cambria Math" panose="02040503050406030204" pitchFamily="18" charset="0"/>
                        </a:rPr>
                        <m:t>𝐹𝐷𝑅</m:t>
                      </m:r>
                      <m:r>
                        <a:rPr lang="es-CO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CO" sz="2600" dirty="0"/>
              </a:p>
              <a:p>
                <a:pPr marL="0" indent="0">
                  <a:buNone/>
                </a:pPr>
                <a:r>
                  <a:rPr lang="es-CO" sz="2600" dirty="0" err="1"/>
                  <a:t>Where</a:t>
                </a:r>
                <a:r>
                  <a:rPr lang="es-CO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CO" sz="2600" dirty="0"/>
                  <a:t> </a:t>
                </a:r>
                <a:r>
                  <a:rPr lang="es-CO" sz="2600" dirty="0" err="1"/>
                  <a:t>is</a:t>
                </a:r>
                <a:r>
                  <a:rPr lang="es-CO" sz="2600" dirty="0"/>
                  <a:t> </a:t>
                </a:r>
                <a:r>
                  <a:rPr lang="es-CO" sz="2600" dirty="0" err="1"/>
                  <a:t>the</a:t>
                </a:r>
                <a:r>
                  <a:rPr lang="es-CO" sz="2600" dirty="0"/>
                  <a:t> </a:t>
                </a:r>
                <a:r>
                  <a:rPr lang="es-CO" sz="2600" dirty="0" err="1"/>
                  <a:t>number</a:t>
                </a:r>
                <a:r>
                  <a:rPr lang="es-CO" sz="2600" dirty="0"/>
                  <a:t> </a:t>
                </a:r>
                <a:r>
                  <a:rPr lang="es-CO" sz="2600" dirty="0" err="1"/>
                  <a:t>of</a:t>
                </a:r>
                <a:r>
                  <a:rPr lang="es-CO" sz="2600" dirty="0"/>
                  <a:t> </a:t>
                </a:r>
                <a:r>
                  <a:rPr lang="es-CO" sz="2600" dirty="0" err="1"/>
                  <a:t>patterns</a:t>
                </a:r>
                <a:r>
                  <a:rPr lang="es-CO" sz="2600" dirty="0"/>
                  <a:t> </a:t>
                </a:r>
                <a:r>
                  <a:rPr lang="es-CO" sz="2600" dirty="0" err="1"/>
                  <a:t>of</a:t>
                </a:r>
                <a:r>
                  <a:rPr lang="es-CO" sz="2600" dirty="0"/>
                  <a:t> </a:t>
                </a:r>
                <a:r>
                  <a:rPr lang="es-CO" sz="2600" dirty="0" err="1"/>
                  <a:t>the</a:t>
                </a:r>
                <a:r>
                  <a:rPr lang="es-CO" sz="2600" dirty="0"/>
                  <a:t> </a:t>
                </a:r>
                <a:r>
                  <a:rPr lang="es-CO" sz="2600" dirty="0" err="1"/>
                  <a:t>class</a:t>
                </a:r>
                <a:r>
                  <a:rPr lang="es-CO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CO" sz="2600" dirty="0"/>
              </a:p>
              <a:p>
                <a:pPr marL="0" indent="0">
                  <a:buNone/>
                </a:pPr>
                <a:r>
                  <a:rPr lang="es-CO" sz="2600" dirty="0" err="1"/>
                  <a:t>For</a:t>
                </a:r>
                <a:r>
                  <a:rPr lang="es-CO" sz="2600" dirty="0"/>
                  <a:t> </a:t>
                </a:r>
                <a:r>
                  <a:rPr lang="es-CO" sz="2600" dirty="0" err="1"/>
                  <a:t>one</a:t>
                </a:r>
                <a:r>
                  <a:rPr lang="es-CO" sz="2600" dirty="0"/>
                  <a:t>-dimensional </a:t>
                </a:r>
                <a:r>
                  <a:rPr lang="es-CO" sz="2600" dirty="0" err="1"/>
                  <a:t>problems</a:t>
                </a:r>
                <a:r>
                  <a:rPr lang="es-CO" sz="2600" dirty="0"/>
                  <a:t> and </a:t>
                </a:r>
                <a:r>
                  <a:rPr lang="es-CO" sz="2600" dirty="0" err="1"/>
                  <a:t>two</a:t>
                </a:r>
                <a:r>
                  <a:rPr lang="es-CO" sz="2600" dirty="0"/>
                  <a:t> equiprobable </a:t>
                </a:r>
                <a:r>
                  <a:rPr lang="es-CO" sz="2600" dirty="0" err="1"/>
                  <a:t>classes</a:t>
                </a:r>
                <a:r>
                  <a:rPr lang="es-CO" sz="2600" dirty="0"/>
                  <a:t>:</a:t>
                </a:r>
              </a:p>
              <a:p>
                <a:pPr marL="0" indent="0">
                  <a:buNone/>
                </a:pPr>
                <a:endParaRPr lang="es-CO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i="1" smtClean="0">
                          <a:latin typeface="Cambria Math" panose="02040503050406030204" pitchFamily="18" charset="0"/>
                        </a:rPr>
                        <m:t>𝐹𝐷𝑅</m:t>
                      </m:r>
                      <m:r>
                        <a:rPr lang="es-CO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O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CO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CO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CO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CO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CO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s-CO" sz="2800" dirty="0"/>
                                <m:t> </m:t>
                              </m:r>
                            </m:e>
                            <m:sup>
                              <m:r>
                                <a:rPr lang="es-CO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s-CO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O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CO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O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CO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CO" sz="2600" dirty="0"/>
              </a:p>
              <a:p>
                <a:pPr marL="0" indent="0">
                  <a:buNone/>
                </a:pPr>
                <a:endParaRPr lang="es-CO" sz="2600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A2039361-64F0-4E9F-A0D1-188815E9F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8541"/>
                <a:ext cx="9844314" cy="4351338"/>
              </a:xfrm>
              <a:blipFill>
                <a:blip r:embed="rId2"/>
                <a:stretch>
                  <a:fillRect l="-1115" t="-280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43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Performance </a:t>
            </a:r>
            <a:r>
              <a:rPr lang="es-CO" dirty="0" err="1"/>
              <a:t>measures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6E49A31-4F4A-47E2-9174-ADE57B9AAD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271" y="1179433"/>
            <a:ext cx="5517665" cy="4811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1F91C2E-E79A-4206-8895-92FC9BD8F1D8}"/>
              </a:ext>
            </a:extLst>
          </p:cNvPr>
          <p:cNvSpPr txBox="1"/>
          <p:nvPr/>
        </p:nvSpPr>
        <p:spPr>
          <a:xfrm>
            <a:off x="1775795" y="5894685"/>
            <a:ext cx="8808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 err="1"/>
              <a:t>By</a:t>
            </a:r>
            <a:r>
              <a:rPr lang="es-CO" sz="1200" dirty="0"/>
              <a:t> Original </a:t>
            </a:r>
            <a:r>
              <a:rPr lang="es-CO" sz="1200" dirty="0" err="1"/>
              <a:t>by</a:t>
            </a:r>
            <a:r>
              <a:rPr lang="es-CO" sz="1200" dirty="0"/>
              <a:t> Luigi Albert Maria - SVG </a:t>
            </a:r>
            <a:r>
              <a:rPr lang="es-CO" sz="1200" dirty="0" err="1"/>
              <a:t>version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File:PPV, NPV, </a:t>
            </a:r>
            <a:r>
              <a:rPr lang="es-CO" sz="1200" dirty="0" err="1"/>
              <a:t>Sensitivity</a:t>
            </a:r>
            <a:r>
              <a:rPr lang="es-CO" sz="1200" dirty="0"/>
              <a:t> and Specificity.pdf, CC BY-SA 4.0, https://commons.wikimedia.org/w/index.php?curid=99283192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D274C85-D4C5-4649-9A06-96A3F9B22B5A}"/>
                  </a:ext>
                </a:extLst>
              </p:cNvPr>
              <p:cNvSpPr txBox="1"/>
              <p:nvPr/>
            </p:nvSpPr>
            <p:spPr>
              <a:xfrm>
                <a:off x="8153400" y="1591408"/>
                <a:ext cx="3513265" cy="4094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Sensitivity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𝑇𝑃𝑅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s-CO" dirty="0"/>
              </a:p>
              <a:p>
                <a:endParaRPr lang="es-C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Specificity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𝑇𝑁𝑅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s-CO" dirty="0"/>
              </a:p>
              <a:p>
                <a:endParaRPr lang="es-C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𝑃𝑃𝑉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s-CO" dirty="0"/>
              </a:p>
              <a:p>
                <a:endParaRPr lang="es-C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s-CO" dirty="0"/>
              </a:p>
              <a:p>
                <a:endParaRPr lang="es-C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1800" b="0" i="1" smtClean="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es-E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800" b="0" i="0" smtClean="0">
                              <a:latin typeface="Cambria Math" panose="02040503050406030204" pitchFamily="18" charset="0"/>
                            </a:rPr>
                            <m:t>Precision</m:t>
                          </m:r>
                          <m:r>
                            <a:rPr lang="es-ES" sz="1800" b="0" i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s-ES" sz="1800" b="0" i="0" smtClean="0">
                              <a:latin typeface="Cambria Math" panose="02040503050406030204" pitchFamily="18" charset="0"/>
                            </a:rPr>
                            <m:t>Recall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1800">
                              <a:latin typeface="Cambria Math" panose="02040503050406030204" pitchFamily="18" charset="0"/>
                            </a:rPr>
                            <m:t>Precision</m:t>
                          </m:r>
                          <m:r>
                            <a:rPr lang="es-ES" sz="1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s-ES" sz="1800">
                              <a:latin typeface="Cambria Math" panose="02040503050406030204" pitchFamily="18" charset="0"/>
                            </a:rPr>
                            <m:t>Recall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D274C85-D4C5-4649-9A06-96A3F9B22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1591408"/>
                <a:ext cx="3513265" cy="4094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846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Performance </a:t>
            </a:r>
            <a:r>
              <a:rPr lang="es-CO" dirty="0" err="1"/>
              <a:t>measures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581BE-6A2F-4E5F-BAB4-60F7A97AD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err="1"/>
              <a:t>Contigency</a:t>
            </a:r>
            <a:r>
              <a:rPr lang="es-ES" dirty="0"/>
              <a:t> tables are </a:t>
            </a:r>
            <a:r>
              <a:rPr lang="es-ES" dirty="0" err="1"/>
              <a:t>useful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represent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TP, TN, FP and FN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FB8894B-1F95-4B62-95D6-E6A152683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046" y="3270337"/>
            <a:ext cx="4848902" cy="209579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892ADC5-67FE-430F-9F60-B6790E0669B4}"/>
              </a:ext>
            </a:extLst>
          </p:cNvPr>
          <p:cNvSpPr txBox="1"/>
          <p:nvPr/>
        </p:nvSpPr>
        <p:spPr>
          <a:xfrm>
            <a:off x="2644978" y="5545516"/>
            <a:ext cx="64490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Melo, F. (2013). Receiver operating characteristic (ROC) curve.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Springer NY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67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1818-1823.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055451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Performance </a:t>
            </a:r>
            <a:r>
              <a:rPr lang="es-CO" dirty="0" err="1"/>
              <a:t>measures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A2039361-64F0-4E9F-A0D1-188815E9F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38541"/>
                <a:ext cx="9844314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s-CO" sz="2400" u="sng" dirty="0"/>
                  <a:t>Area </a:t>
                </a:r>
                <a:r>
                  <a:rPr lang="es-CO" sz="2400" u="sng" dirty="0" err="1"/>
                  <a:t>under</a:t>
                </a:r>
                <a:r>
                  <a:rPr lang="es-CO" sz="2400" u="sng" dirty="0"/>
                  <a:t> </a:t>
                </a:r>
                <a:r>
                  <a:rPr lang="es-CO" sz="2400" u="sng" dirty="0" err="1"/>
                  <a:t>the</a:t>
                </a:r>
                <a:r>
                  <a:rPr lang="es-CO" sz="2400" u="sng" dirty="0"/>
                  <a:t> </a:t>
                </a:r>
                <a:r>
                  <a:rPr lang="es-CO" sz="2400" u="sng" dirty="0" err="1"/>
                  <a:t>Receiver’s</a:t>
                </a:r>
                <a:r>
                  <a:rPr lang="es-CO" sz="2400" u="sng" dirty="0"/>
                  <a:t> </a:t>
                </a:r>
                <a:r>
                  <a:rPr lang="es-CO" sz="2400" u="sng" dirty="0" err="1"/>
                  <a:t>Operator</a:t>
                </a:r>
                <a:r>
                  <a:rPr lang="es-CO" sz="2400" u="sng" dirty="0"/>
                  <a:t> Curve (AUC-ROC)</a:t>
                </a:r>
              </a:p>
              <a:p>
                <a:pPr marL="0" indent="0">
                  <a:buNone/>
                </a:pPr>
                <a:r>
                  <a:rPr lang="es-CO" sz="2600" dirty="0" err="1"/>
                  <a:t>Like</a:t>
                </a:r>
                <a:r>
                  <a:rPr lang="es-CO" sz="2600" dirty="0"/>
                  <a:t> F1, </a:t>
                </a:r>
                <a:r>
                  <a:rPr lang="es-CO" sz="2600" dirty="0" err="1"/>
                  <a:t>it</a:t>
                </a:r>
                <a:r>
                  <a:rPr lang="es-CO" sz="2600" dirty="0"/>
                  <a:t> relates </a:t>
                </a:r>
                <a:r>
                  <a:rPr lang="es-CO" sz="2600" dirty="0" err="1"/>
                  <a:t>the</a:t>
                </a:r>
                <a:r>
                  <a:rPr lang="es-CO" sz="2600" dirty="0"/>
                  <a:t> </a:t>
                </a:r>
                <a:r>
                  <a:rPr lang="es-CO" sz="2600" dirty="0" err="1"/>
                  <a:t>equilibrium</a:t>
                </a:r>
                <a:r>
                  <a:rPr lang="es-CO" sz="2600" dirty="0"/>
                  <a:t> </a:t>
                </a:r>
                <a:r>
                  <a:rPr lang="es-CO" sz="2600" dirty="0" err="1"/>
                  <a:t>between</a:t>
                </a:r>
                <a:r>
                  <a:rPr lang="es-CO" sz="2600" dirty="0"/>
                  <a:t> </a:t>
                </a:r>
                <a:r>
                  <a:rPr lang="es-CO" sz="2600" dirty="0" err="1"/>
                  <a:t>precision</a:t>
                </a:r>
                <a:r>
                  <a:rPr lang="es-CO" sz="2600" dirty="0"/>
                  <a:t> and </a:t>
                </a:r>
                <a:r>
                  <a:rPr lang="es-CO" sz="2600" dirty="0" err="1"/>
                  <a:t>recall</a:t>
                </a:r>
                <a:endParaRPr lang="es-CO" sz="2600" dirty="0"/>
              </a:p>
              <a:p>
                <a:pPr marL="0" indent="0">
                  <a:buNone/>
                </a:pPr>
                <a:endParaRPr lang="es-CO" sz="2600" dirty="0"/>
              </a:p>
              <a:p>
                <a:pPr marL="0" indent="0">
                  <a:buNone/>
                </a:pPr>
                <a:r>
                  <a:rPr lang="es-CO" sz="2600" dirty="0" err="1"/>
                  <a:t>Some</a:t>
                </a:r>
                <a:r>
                  <a:rPr lang="es-CO" sz="2600" dirty="0"/>
                  <a:t> </a:t>
                </a:r>
                <a:r>
                  <a:rPr lang="es-CO" sz="2600" dirty="0" err="1"/>
                  <a:t>interpretations</a:t>
                </a:r>
                <a:r>
                  <a:rPr lang="es-CO" sz="2600" dirty="0"/>
                  <a:t> </a:t>
                </a:r>
                <a:r>
                  <a:rPr lang="es-CO" sz="2100" dirty="0"/>
                  <a:t>(</a:t>
                </a:r>
                <a:r>
                  <a:rPr lang="pl-PL" sz="2100" dirty="0"/>
                  <a:t>Zhou</a:t>
                </a:r>
                <a:r>
                  <a:rPr lang="es-ES" sz="2100" dirty="0"/>
                  <a:t>, </a:t>
                </a:r>
                <a:r>
                  <a:rPr lang="pl-PL" sz="2100" dirty="0"/>
                  <a:t>McClish, &amp; Obuchowski</a:t>
                </a:r>
                <a:r>
                  <a:rPr lang="es-ES" sz="2100" dirty="0"/>
                  <a:t>, </a:t>
                </a:r>
                <a:r>
                  <a:rPr lang="pl-PL" sz="2100" dirty="0"/>
                  <a:t>2009</a:t>
                </a:r>
                <a:r>
                  <a:rPr lang="es-CO" sz="2100" dirty="0"/>
                  <a:t>)</a:t>
                </a:r>
                <a:r>
                  <a:rPr lang="es-CO" sz="2600" dirty="0"/>
                  <a:t>:</a:t>
                </a:r>
              </a:p>
              <a:p>
                <a:pPr marL="0" indent="0">
                  <a:buNone/>
                </a:pPr>
                <a:r>
                  <a:rPr lang="es-CO" sz="2600" dirty="0" err="1"/>
                  <a:t>The</a:t>
                </a:r>
                <a:r>
                  <a:rPr lang="es-CO" sz="2600" dirty="0"/>
                  <a:t> </a:t>
                </a:r>
                <a:r>
                  <a:rPr lang="es-CO" sz="2600" dirty="0" err="1"/>
                  <a:t>average</a:t>
                </a:r>
                <a:r>
                  <a:rPr lang="es-CO" sz="2600" dirty="0"/>
                  <a:t> </a:t>
                </a:r>
                <a:r>
                  <a:rPr lang="es-CO" sz="2600" dirty="0" err="1"/>
                  <a:t>value</a:t>
                </a:r>
                <a:r>
                  <a:rPr lang="es-CO" sz="2600" dirty="0"/>
                  <a:t> </a:t>
                </a:r>
                <a:r>
                  <a:rPr lang="es-CO" sz="2600" dirty="0" err="1"/>
                  <a:t>of</a:t>
                </a:r>
                <a:r>
                  <a:rPr lang="es-CO" sz="2600" dirty="0"/>
                  <a:t> </a:t>
                </a:r>
                <a14:m>
                  <m:oMath xmlns:m="http://schemas.openxmlformats.org/officeDocument/2006/math">
                    <m:r>
                      <a:rPr lang="es-ES" sz="2600" b="0" i="1" smtClean="0">
                        <a:latin typeface="Cambria Math" panose="02040503050406030204" pitchFamily="18" charset="0"/>
                      </a:rPr>
                      <m:t>𝑆𝑒</m:t>
                    </m:r>
                  </m:oMath>
                </a14:m>
                <a:r>
                  <a:rPr lang="es-CO" sz="2600" dirty="0"/>
                  <a:t> </a:t>
                </a:r>
                <a:r>
                  <a:rPr lang="es-CO" sz="2600" dirty="0" err="1"/>
                  <a:t>for</a:t>
                </a:r>
                <a:r>
                  <a:rPr lang="es-CO" sz="2600" dirty="0"/>
                  <a:t> </a:t>
                </a:r>
                <a:r>
                  <a:rPr lang="es-CO" sz="2600" dirty="0" err="1"/>
                  <a:t>all</a:t>
                </a:r>
                <a:r>
                  <a:rPr lang="es-CO" sz="2600" dirty="0"/>
                  <a:t> posible </a:t>
                </a:r>
                <a:r>
                  <a:rPr lang="es-CO" sz="2600" dirty="0" err="1"/>
                  <a:t>values</a:t>
                </a:r>
                <a:r>
                  <a:rPr lang="es-CO" sz="2600" dirty="0"/>
                  <a:t> </a:t>
                </a:r>
                <a:r>
                  <a:rPr lang="es-CO" sz="2600" dirty="0" err="1"/>
                  <a:t>of</a:t>
                </a:r>
                <a:r>
                  <a:rPr lang="es-CO" sz="2600" dirty="0"/>
                  <a:t> </a:t>
                </a:r>
                <a14:m>
                  <m:oMath xmlns:m="http://schemas.openxmlformats.org/officeDocument/2006/math">
                    <m:r>
                      <a:rPr lang="es-ES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sz="2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CO" sz="2600" dirty="0"/>
              </a:p>
              <a:p>
                <a:pPr marL="0" indent="0">
                  <a:buNone/>
                </a:pPr>
                <a:r>
                  <a:rPr lang="es-CO" sz="2600" dirty="0"/>
                  <a:t>The </a:t>
                </a:r>
                <a:r>
                  <a:rPr lang="es-CO" sz="2600" dirty="0" err="1"/>
                  <a:t>average</a:t>
                </a:r>
                <a:r>
                  <a:rPr lang="es-CO" sz="2600" dirty="0"/>
                  <a:t> </a:t>
                </a:r>
                <a:r>
                  <a:rPr lang="es-CO" sz="2600" dirty="0" err="1"/>
                  <a:t>value</a:t>
                </a:r>
                <a:r>
                  <a:rPr lang="es-CO" sz="2600" dirty="0"/>
                  <a:t> </a:t>
                </a:r>
                <a:r>
                  <a:rPr lang="es-CO" sz="2600" dirty="0" err="1"/>
                  <a:t>of</a:t>
                </a:r>
                <a:r>
                  <a:rPr lang="es-CO" sz="2600" dirty="0"/>
                  <a:t> </a:t>
                </a:r>
                <a14:m>
                  <m:oMath xmlns:m="http://schemas.openxmlformats.org/officeDocument/2006/math">
                    <m:r>
                      <a:rPr lang="es-ES" sz="2600" b="0" i="1" smtClean="0">
                        <a:latin typeface="Cambria Math" panose="02040503050406030204" pitchFamily="18" charset="0"/>
                      </a:rPr>
                      <m:t>𝑆𝑝</m:t>
                    </m:r>
                  </m:oMath>
                </a14:m>
                <a:r>
                  <a:rPr lang="es-CO" sz="2600" dirty="0"/>
                  <a:t> </a:t>
                </a:r>
                <a:r>
                  <a:rPr lang="es-CO" sz="2600" dirty="0" err="1"/>
                  <a:t>for</a:t>
                </a:r>
                <a:r>
                  <a:rPr lang="es-CO" sz="2600" dirty="0"/>
                  <a:t> </a:t>
                </a:r>
                <a:r>
                  <a:rPr lang="es-CO" sz="2600" dirty="0" err="1"/>
                  <a:t>all</a:t>
                </a:r>
                <a:r>
                  <a:rPr lang="es-CO" sz="2600" dirty="0"/>
                  <a:t> posible </a:t>
                </a:r>
                <a:r>
                  <a:rPr lang="es-CO" sz="2600" dirty="0" err="1"/>
                  <a:t>values</a:t>
                </a:r>
                <a:r>
                  <a:rPr lang="es-CO" sz="2600" dirty="0"/>
                  <a:t> </a:t>
                </a:r>
                <a:r>
                  <a:rPr lang="es-CO" sz="2600" dirty="0" err="1"/>
                  <a:t>of</a:t>
                </a:r>
                <a:r>
                  <a:rPr lang="es-CO" sz="2600" dirty="0"/>
                  <a:t> </a:t>
                </a:r>
                <a14:m>
                  <m:oMath xmlns:m="http://schemas.openxmlformats.org/officeDocument/2006/math">
                    <m:r>
                      <a:rPr lang="es-ES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sz="2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s-CO" sz="2600" i="1" dirty="0"/>
              </a:p>
              <a:p>
                <a:pPr marL="0" indent="0">
                  <a:buNone/>
                </a:pPr>
                <a:endParaRPr lang="es-CO" sz="2600" dirty="0"/>
              </a:p>
              <a:p>
                <a:pPr marL="0" indent="0">
                  <a:buNone/>
                </a:pPr>
                <a:r>
                  <a:rPr lang="es-CO" sz="2600" dirty="0" err="1"/>
                  <a:t>It</a:t>
                </a:r>
                <a:r>
                  <a:rPr lang="es-CO" sz="2600" dirty="0"/>
                  <a:t> </a:t>
                </a:r>
                <a:r>
                  <a:rPr lang="es-CO" sz="2600" dirty="0" err="1"/>
                  <a:t>is</a:t>
                </a:r>
                <a:r>
                  <a:rPr lang="es-CO" sz="2600" dirty="0"/>
                  <a:t> </a:t>
                </a:r>
                <a:r>
                  <a:rPr lang="es-CO" sz="2600" dirty="0" err="1"/>
                  <a:t>not</a:t>
                </a:r>
                <a:r>
                  <a:rPr lang="es-CO" sz="2600" dirty="0"/>
                  <a:t> </a:t>
                </a:r>
                <a:r>
                  <a:rPr lang="es-CO" sz="2600" dirty="0" err="1"/>
                  <a:t>appropriate</a:t>
                </a:r>
                <a:r>
                  <a:rPr lang="es-CO" sz="2600" dirty="0"/>
                  <a:t> </a:t>
                </a:r>
                <a:r>
                  <a:rPr lang="es-CO" sz="2600" dirty="0" err="1"/>
                  <a:t>for</a:t>
                </a:r>
                <a:r>
                  <a:rPr lang="es-CO" sz="2600" dirty="0"/>
                  <a:t> </a:t>
                </a:r>
                <a:r>
                  <a:rPr lang="es-CO" sz="2600" dirty="0" err="1"/>
                  <a:t>imbalanced</a:t>
                </a:r>
                <a:r>
                  <a:rPr lang="es-CO" sz="2600" dirty="0"/>
                  <a:t> data</a:t>
                </a:r>
              </a:p>
              <a:p>
                <a:pPr marL="0" indent="0">
                  <a:buNone/>
                </a:pPr>
                <a:endParaRPr lang="es-CO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600" b="0" i="1" smtClean="0">
                          <a:latin typeface="Cambria Math" panose="02040503050406030204" pitchFamily="18" charset="0"/>
                        </a:rPr>
                        <m:t>𝐹𝑃𝑅</m:t>
                      </m:r>
                      <m:r>
                        <a:rPr lang="es-ES" sz="26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s-ES" sz="2600" b="0" i="1" smtClean="0">
                          <a:latin typeface="Cambria Math" panose="02040503050406030204" pitchFamily="18" charset="0"/>
                        </a:rPr>
                        <m:t>𝑇𝑁𝑅</m:t>
                      </m:r>
                    </m:oMath>
                  </m:oMathPara>
                </a14:m>
                <a:endParaRPr lang="es-CO" sz="2600" dirty="0"/>
              </a:p>
              <a:p>
                <a:pPr marL="0" indent="0">
                  <a:buNone/>
                </a:pPr>
                <a:endParaRPr lang="es-CO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2600" b="0" i="0" smtClean="0">
                          <a:latin typeface="Cambria Math" panose="02040503050406030204" pitchFamily="18" charset="0"/>
                        </a:rPr>
                        <m:t>AUC</m:t>
                      </m:r>
                      <m:r>
                        <a:rPr lang="es-E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600" b="0" i="1" smtClean="0">
                              <a:latin typeface="Cambria Math" panose="02040503050406030204" pitchFamily="18" charset="0"/>
                            </a:rPr>
                            <m:t>𝑇𝑃𝑅</m:t>
                          </m:r>
                          <m:r>
                            <a:rPr lang="es-ES" sz="2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600" b="0" i="1" smtClean="0">
                              <a:latin typeface="Cambria Math" panose="02040503050406030204" pitchFamily="18" charset="0"/>
                            </a:rPr>
                            <m:t>𝐹𝑃𝑅</m:t>
                          </m:r>
                          <m:r>
                            <a:rPr lang="es-ES" sz="2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s-E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O" sz="2600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A2039361-64F0-4E9F-A0D1-188815E9F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8541"/>
                <a:ext cx="9844314" cy="4351338"/>
              </a:xfrm>
              <a:blipFill>
                <a:blip r:embed="rId2"/>
                <a:stretch>
                  <a:fillRect l="-682" t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9E0A1373-EE82-4CF9-8E79-F388796AC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971" y="2683756"/>
            <a:ext cx="3053217" cy="27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511E0AD-238B-4397-8991-52A72DB196D2}"/>
              </a:ext>
            </a:extLst>
          </p:cNvPr>
          <p:cNvSpPr txBox="1"/>
          <p:nvPr/>
        </p:nvSpPr>
        <p:spPr>
          <a:xfrm>
            <a:off x="5976271" y="5741256"/>
            <a:ext cx="6094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/>
              <a:t>https://towardsdatascience.com/understanding-auc-roc-curve-68b2303cc9c5</a:t>
            </a:r>
          </a:p>
        </p:txBody>
      </p:sp>
    </p:spTree>
    <p:extLst>
      <p:ext uri="{BB962C8B-B14F-4D97-AF65-F5344CB8AC3E}">
        <p14:creationId xmlns:p14="http://schemas.microsoft.com/office/powerpoint/2010/main" val="2984194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Performance </a:t>
            </a:r>
            <a:r>
              <a:rPr lang="es-CO" dirty="0" err="1"/>
              <a:t>measures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2039361-64F0-4E9F-A0D1-188815E9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8541"/>
            <a:ext cx="98443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u="sng" dirty="0"/>
              <a:t>Area </a:t>
            </a:r>
            <a:r>
              <a:rPr lang="es-CO" sz="2400" u="sng" dirty="0" err="1"/>
              <a:t>under</a:t>
            </a:r>
            <a:r>
              <a:rPr lang="es-CO" sz="2400" u="sng" dirty="0"/>
              <a:t> </a:t>
            </a:r>
            <a:r>
              <a:rPr lang="es-CO" sz="2400" u="sng" dirty="0" err="1"/>
              <a:t>the</a:t>
            </a:r>
            <a:r>
              <a:rPr lang="es-CO" sz="2400" u="sng" dirty="0"/>
              <a:t> </a:t>
            </a:r>
            <a:r>
              <a:rPr lang="es-CO" sz="2400" u="sng" dirty="0" err="1"/>
              <a:t>Receiver’s</a:t>
            </a:r>
            <a:r>
              <a:rPr lang="es-CO" sz="2400" u="sng" dirty="0"/>
              <a:t> </a:t>
            </a:r>
            <a:r>
              <a:rPr lang="es-CO" sz="2400" u="sng" dirty="0" err="1"/>
              <a:t>Operator</a:t>
            </a:r>
            <a:r>
              <a:rPr lang="es-CO" sz="2400" u="sng" dirty="0"/>
              <a:t> Curve (AUC-ROC)</a:t>
            </a:r>
          </a:p>
          <a:p>
            <a:pPr marL="0" indent="0">
              <a:buNone/>
            </a:pPr>
            <a:endParaRPr lang="es-CO" sz="26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5583437-A305-4675-BFAF-90F4716C3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85" y="2874484"/>
            <a:ext cx="4114800" cy="30982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3CFBA87-06AF-431E-AE17-E79811A66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090" y="2709510"/>
            <a:ext cx="4054019" cy="326324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E5BC10F-5101-45E6-B295-E877F3BFA81E}"/>
              </a:ext>
            </a:extLst>
          </p:cNvPr>
          <p:cNvSpPr txBox="1"/>
          <p:nvPr/>
        </p:nvSpPr>
        <p:spPr>
          <a:xfrm>
            <a:off x="1126221" y="6008396"/>
            <a:ext cx="9091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Hajian-Tilaki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(2013). Receiver operating characteristic (ROC) curve analysis for medical diagnostic test evaluation.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Caspian journal of internal medicine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627.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71524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Performance </a:t>
            </a:r>
            <a:r>
              <a:rPr lang="es-CO" dirty="0" err="1"/>
              <a:t>measures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2039361-64F0-4E9F-A0D1-188815E9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8541"/>
            <a:ext cx="98443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u="sng" dirty="0"/>
              <a:t>Area </a:t>
            </a:r>
            <a:r>
              <a:rPr lang="es-CO" sz="2400" u="sng" dirty="0" err="1"/>
              <a:t>under</a:t>
            </a:r>
            <a:r>
              <a:rPr lang="es-CO" sz="2400" u="sng" dirty="0"/>
              <a:t> </a:t>
            </a:r>
            <a:r>
              <a:rPr lang="es-CO" sz="2400" u="sng" dirty="0" err="1"/>
              <a:t>the</a:t>
            </a:r>
            <a:r>
              <a:rPr lang="es-CO" sz="2400" u="sng" dirty="0"/>
              <a:t> </a:t>
            </a:r>
            <a:r>
              <a:rPr lang="es-CO" sz="2400" u="sng" dirty="0" err="1"/>
              <a:t>Receiver’s</a:t>
            </a:r>
            <a:r>
              <a:rPr lang="es-CO" sz="2400" u="sng" dirty="0"/>
              <a:t> </a:t>
            </a:r>
            <a:r>
              <a:rPr lang="es-CO" sz="2400" u="sng" dirty="0" err="1"/>
              <a:t>Operator</a:t>
            </a:r>
            <a:r>
              <a:rPr lang="es-CO" sz="2400" u="sng" dirty="0"/>
              <a:t> Curve (AUC-ROC)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B4DC945-5403-429B-841C-63F091066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85287"/>
            <a:ext cx="2181529" cy="265784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E8BD0E9-801B-42D0-8438-B1906908C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385" y="2604340"/>
            <a:ext cx="3553321" cy="263879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0A9E8B7-B84F-49C9-9B3C-B0E1467BD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083" y="2403936"/>
            <a:ext cx="4734586" cy="36104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A6A1F3EE-5106-4EF3-B08D-51C3DC652142}"/>
              </a:ext>
            </a:extLst>
          </p:cNvPr>
          <p:cNvSpPr txBox="1"/>
          <p:nvPr/>
        </p:nvSpPr>
        <p:spPr>
          <a:xfrm>
            <a:off x="681606" y="5509604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Melo, F. (2013). Receiver operating characteristic (ROC) curve.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Springer NY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67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1818-1823.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1079934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Performance </a:t>
            </a:r>
            <a:r>
              <a:rPr lang="es-CO" dirty="0" err="1"/>
              <a:t>measures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2039361-64F0-4E9F-A0D1-188815E9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8541"/>
            <a:ext cx="98443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u="sng" dirty="0" err="1"/>
              <a:t>Area</a:t>
            </a:r>
            <a:r>
              <a:rPr lang="es-CO" sz="2400" u="sng" dirty="0"/>
              <a:t> </a:t>
            </a:r>
            <a:r>
              <a:rPr lang="es-CO" sz="2400" u="sng" dirty="0" err="1"/>
              <a:t>under</a:t>
            </a:r>
            <a:r>
              <a:rPr lang="es-CO" sz="2400" u="sng" dirty="0"/>
              <a:t> </a:t>
            </a:r>
            <a:r>
              <a:rPr lang="es-CO" sz="2400" u="sng" dirty="0" err="1"/>
              <a:t>the</a:t>
            </a:r>
            <a:r>
              <a:rPr lang="es-CO" sz="2400" u="sng" dirty="0"/>
              <a:t> </a:t>
            </a:r>
            <a:r>
              <a:rPr lang="es-CO" sz="2400" u="sng" dirty="0" err="1"/>
              <a:t>Receiver’s</a:t>
            </a:r>
            <a:r>
              <a:rPr lang="es-CO" sz="2400" u="sng" dirty="0"/>
              <a:t> </a:t>
            </a:r>
            <a:r>
              <a:rPr lang="es-CO" sz="2400" u="sng" dirty="0" err="1"/>
              <a:t>Operator</a:t>
            </a:r>
            <a:r>
              <a:rPr lang="es-CO" sz="2400" u="sng" dirty="0"/>
              <a:t> Curve (AUC-ROC)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AE3FAC3-9D93-450A-9AC8-E2DC0DBDA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553" y="2637509"/>
            <a:ext cx="3649843" cy="158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504C3E6-84C0-40B8-ABB2-F3F36B8BB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249" y="4331801"/>
            <a:ext cx="1810450" cy="1646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99DA52D-5495-433B-84AF-5B3537B18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036" y="2487206"/>
            <a:ext cx="4029441" cy="1883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E1BC3659-1147-4B2A-BACF-C7E6DD745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661" y="4358365"/>
            <a:ext cx="1917284" cy="174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54D1BC2-6298-43F5-A55F-C923323A7C5D}"/>
              </a:ext>
            </a:extLst>
          </p:cNvPr>
          <p:cNvSpPr txBox="1"/>
          <p:nvPr/>
        </p:nvSpPr>
        <p:spPr>
          <a:xfrm>
            <a:off x="3048699" y="6048573"/>
            <a:ext cx="6094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/>
              <a:t>https://towardsdatascience.com/understanding-auc-roc-curve-68b2303cc9c5</a:t>
            </a:r>
          </a:p>
        </p:txBody>
      </p:sp>
    </p:spTree>
    <p:extLst>
      <p:ext uri="{BB962C8B-B14F-4D97-AF65-F5344CB8AC3E}">
        <p14:creationId xmlns:p14="http://schemas.microsoft.com/office/powerpoint/2010/main" val="3654872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Performance </a:t>
            </a:r>
            <a:r>
              <a:rPr lang="es-CO" dirty="0" err="1"/>
              <a:t>measures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2039361-64F0-4E9F-A0D1-188815E9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8541"/>
            <a:ext cx="98443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u="sng" dirty="0" err="1"/>
              <a:t>Area</a:t>
            </a:r>
            <a:r>
              <a:rPr lang="es-CO" sz="2400" u="sng" dirty="0"/>
              <a:t> </a:t>
            </a:r>
            <a:r>
              <a:rPr lang="es-CO" sz="2400" u="sng" dirty="0" err="1"/>
              <a:t>under</a:t>
            </a:r>
            <a:r>
              <a:rPr lang="es-CO" sz="2400" u="sng" dirty="0"/>
              <a:t> </a:t>
            </a:r>
            <a:r>
              <a:rPr lang="es-CO" sz="2400" u="sng" dirty="0" err="1"/>
              <a:t>the</a:t>
            </a:r>
            <a:r>
              <a:rPr lang="es-CO" sz="2400" u="sng" dirty="0"/>
              <a:t> </a:t>
            </a:r>
            <a:r>
              <a:rPr lang="es-CO" sz="2400" u="sng" dirty="0" err="1"/>
              <a:t>Receiver’s</a:t>
            </a:r>
            <a:r>
              <a:rPr lang="es-CO" sz="2400" u="sng" dirty="0"/>
              <a:t> </a:t>
            </a:r>
            <a:r>
              <a:rPr lang="es-CO" sz="2400" u="sng" dirty="0" err="1"/>
              <a:t>Operator</a:t>
            </a:r>
            <a:r>
              <a:rPr lang="es-CO" sz="2400" u="sng" dirty="0"/>
              <a:t> Curve (AUC-ROC)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40508FB-5DFF-40AE-AD52-158FC38F7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825" y="2493177"/>
            <a:ext cx="3561298" cy="1838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977AEC17-EF46-462B-B062-9EAF05039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095" y="4331801"/>
            <a:ext cx="2021380" cy="18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890A5691-3A22-4EAE-9FA0-88A19F3C0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403" y="2493177"/>
            <a:ext cx="4289041" cy="166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571B321E-682C-4FC0-B106-2E756061E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37" y="4251254"/>
            <a:ext cx="2021380" cy="18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79EF30D-8EAE-4B24-807F-F4F0199A24FC}"/>
              </a:ext>
            </a:extLst>
          </p:cNvPr>
          <p:cNvSpPr txBox="1"/>
          <p:nvPr/>
        </p:nvSpPr>
        <p:spPr>
          <a:xfrm>
            <a:off x="3048699" y="6048573"/>
            <a:ext cx="6094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/>
              <a:t>https://towardsdatascience.com/understanding-auc-roc-curve-68b2303cc9c5</a:t>
            </a:r>
          </a:p>
        </p:txBody>
      </p:sp>
    </p:spTree>
    <p:extLst>
      <p:ext uri="{BB962C8B-B14F-4D97-AF65-F5344CB8AC3E}">
        <p14:creationId xmlns:p14="http://schemas.microsoft.com/office/powerpoint/2010/main" val="2122294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Performance </a:t>
            </a:r>
            <a:r>
              <a:rPr lang="es-CO" dirty="0" err="1"/>
              <a:t>measures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A2039361-64F0-4E9F-A0D1-188815E9F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38541"/>
                <a:ext cx="9844314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s-CO" sz="2400" u="sng" dirty="0"/>
                  <a:t>Area </a:t>
                </a:r>
                <a:r>
                  <a:rPr lang="es-CO" sz="2400" u="sng" dirty="0" err="1"/>
                  <a:t>under</a:t>
                </a:r>
                <a:r>
                  <a:rPr lang="es-CO" sz="2400" u="sng" dirty="0"/>
                  <a:t> </a:t>
                </a:r>
                <a:r>
                  <a:rPr lang="es-CO" sz="2400" u="sng" dirty="0" err="1"/>
                  <a:t>the</a:t>
                </a:r>
                <a:r>
                  <a:rPr lang="es-CO" sz="2400" u="sng" dirty="0"/>
                  <a:t> </a:t>
                </a:r>
                <a:r>
                  <a:rPr lang="es-CO" sz="2400" u="sng" dirty="0" err="1"/>
                  <a:t>Receiver’s</a:t>
                </a:r>
                <a:r>
                  <a:rPr lang="es-CO" sz="2400" u="sng" dirty="0"/>
                  <a:t> </a:t>
                </a:r>
                <a:r>
                  <a:rPr lang="es-CO" sz="2400" u="sng" dirty="0" err="1"/>
                  <a:t>Operator</a:t>
                </a:r>
                <a:r>
                  <a:rPr lang="es-CO" sz="2400" u="sng" dirty="0"/>
                  <a:t> Curve (AUC-ROC)</a:t>
                </a:r>
              </a:p>
              <a:p>
                <a:pPr marL="0" indent="0">
                  <a:buNone/>
                </a:pPr>
                <a:endParaRPr lang="es-CO" sz="2400" u="sng" dirty="0"/>
              </a:p>
              <a:p>
                <a:pPr marL="0" indent="0">
                  <a:buNone/>
                </a:pPr>
                <a:r>
                  <a:rPr lang="es-CO" sz="2400" dirty="0" err="1"/>
                  <a:t>How</a:t>
                </a:r>
                <a:r>
                  <a:rPr lang="es-CO" sz="2400" dirty="0"/>
                  <a:t> </a:t>
                </a:r>
                <a:r>
                  <a:rPr lang="es-CO" sz="2400" dirty="0" err="1"/>
                  <a:t>to</a:t>
                </a:r>
                <a:r>
                  <a:rPr lang="es-CO" sz="2400" dirty="0"/>
                  <a:t> </a:t>
                </a:r>
                <a:r>
                  <a:rPr lang="es-CO" sz="2400" dirty="0" err="1"/>
                  <a:t>establish</a:t>
                </a:r>
                <a:r>
                  <a:rPr lang="es-CO" sz="2400" dirty="0"/>
                  <a:t> </a:t>
                </a:r>
                <a:r>
                  <a:rPr lang="es-CO" sz="2400" dirty="0" err="1"/>
                  <a:t>the</a:t>
                </a:r>
                <a:r>
                  <a:rPr lang="es-CO" sz="2400" dirty="0"/>
                  <a:t> </a:t>
                </a:r>
                <a:r>
                  <a:rPr lang="es-CO" sz="2400" dirty="0" err="1"/>
                  <a:t>discrimination</a:t>
                </a:r>
                <a:r>
                  <a:rPr lang="es-CO" sz="2400" dirty="0"/>
                  <a:t> </a:t>
                </a:r>
                <a:r>
                  <a:rPr lang="es-CO" sz="2400" dirty="0" err="1"/>
                  <a:t>capability</a:t>
                </a:r>
                <a:r>
                  <a:rPr lang="es-CO" sz="2400" dirty="0"/>
                  <a:t>? </a:t>
                </a:r>
                <a:r>
                  <a:rPr lang="es-CO" sz="2400" dirty="0" err="1"/>
                  <a:t>It</a:t>
                </a:r>
                <a:r>
                  <a:rPr lang="es-CO" sz="2400" dirty="0"/>
                  <a:t> </a:t>
                </a:r>
                <a:r>
                  <a:rPr lang="es-CO" sz="2400" dirty="0" err="1"/>
                  <a:t>depends</a:t>
                </a:r>
                <a:r>
                  <a:rPr lang="es-CO" sz="2400" dirty="0"/>
                  <a:t> </a:t>
                </a:r>
                <a:r>
                  <a:rPr lang="es-CO" sz="2400" dirty="0" err="1"/>
                  <a:t>on</a:t>
                </a:r>
                <a:r>
                  <a:rPr lang="es-CO" sz="2400" dirty="0"/>
                  <a:t> </a:t>
                </a:r>
                <a:r>
                  <a:rPr lang="es-CO" sz="2400" dirty="0" err="1"/>
                  <a:t>the</a:t>
                </a:r>
                <a:r>
                  <a:rPr lang="es-CO" sz="2400" dirty="0"/>
                  <a:t> </a:t>
                </a:r>
                <a:r>
                  <a:rPr lang="es-CO" sz="2400" dirty="0" err="1"/>
                  <a:t>literature</a:t>
                </a:r>
                <a:endParaRPr lang="es-CO" sz="2400" dirty="0"/>
              </a:p>
              <a:p>
                <a:pPr marL="0" indent="0">
                  <a:buNone/>
                </a:pPr>
                <a:endParaRPr lang="es-CO" sz="2400" u="sng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96&lt;</m:t>
                    </m:r>
                    <m:r>
                      <m:rPr>
                        <m:sty m:val="p"/>
                      </m:rPr>
                      <a:rPr lang="es-ES" sz="2400" b="0" i="0" smtClean="0">
                        <a:latin typeface="Cambria Math" panose="02040503050406030204" pitchFamily="18" charset="0"/>
                      </a:rPr>
                      <m:t>AUC</m:t>
                    </m:r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&lt;100</m:t>
                    </m:r>
                  </m:oMath>
                </a14:m>
                <a:r>
                  <a:rPr lang="es-CO" sz="2400" dirty="0"/>
                  <a:t>: </a:t>
                </a:r>
                <a:r>
                  <a:rPr lang="es-CO" sz="2400" dirty="0" err="1"/>
                  <a:t>Excellent</a:t>
                </a:r>
                <a:endParaRPr lang="es-CO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sz="2400">
                        <a:latin typeface="Cambria Math" panose="02040503050406030204" pitchFamily="18" charset="0"/>
                      </a:rPr>
                      <m:t>9</m:t>
                    </m:r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sz="240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s-ES" sz="2400">
                        <a:latin typeface="Cambria Math" panose="02040503050406030204" pitchFamily="18" charset="0"/>
                      </a:rPr>
                      <m:t>AUC</m:t>
                    </m:r>
                    <m:r>
                      <a:rPr lang="es-ES" sz="2400">
                        <a:latin typeface="Cambria Math" panose="02040503050406030204" pitchFamily="18" charset="0"/>
                      </a:rPr>
                      <m:t>&lt;96</m:t>
                    </m:r>
                  </m:oMath>
                </a14:m>
                <a:r>
                  <a:rPr lang="es-CO" sz="2400" dirty="0"/>
                  <a:t>: </a:t>
                </a:r>
                <a:r>
                  <a:rPr lang="es-CO" sz="2400" dirty="0" err="1"/>
                  <a:t>Very</a:t>
                </a:r>
                <a:r>
                  <a:rPr lang="es-CO" sz="2400" dirty="0"/>
                  <a:t> Good (</a:t>
                </a:r>
                <a:r>
                  <a:rPr lang="es-CO" sz="2400" dirty="0" err="1"/>
                  <a:t>or</a:t>
                </a:r>
                <a:r>
                  <a:rPr lang="es-CO" sz="2400" dirty="0"/>
                  <a:t> </a:t>
                </a:r>
                <a:r>
                  <a:rPr lang="es-CO" sz="2400" dirty="0" err="1"/>
                  <a:t>outstanding</a:t>
                </a:r>
                <a:r>
                  <a:rPr lang="es-CO" sz="2400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80</m:t>
                    </m:r>
                    <m:r>
                      <a:rPr lang="es-ES" sz="240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s-ES" sz="2400">
                        <a:latin typeface="Cambria Math" panose="02040503050406030204" pitchFamily="18" charset="0"/>
                      </a:rPr>
                      <m:t>AUC</m:t>
                    </m:r>
                    <m:r>
                      <a:rPr lang="es-ES" sz="2400">
                        <a:latin typeface="Cambria Math" panose="02040503050406030204" pitchFamily="18" charset="0"/>
                      </a:rPr>
                      <m:t>&lt;90</m:t>
                    </m:r>
                  </m:oMath>
                </a14:m>
                <a:r>
                  <a:rPr lang="es-CO" sz="2400" dirty="0"/>
                  <a:t>: Good (</a:t>
                </a:r>
                <a:r>
                  <a:rPr lang="es-CO" sz="2400" dirty="0" err="1"/>
                  <a:t>or</a:t>
                </a:r>
                <a:r>
                  <a:rPr lang="es-CO" sz="2400" dirty="0"/>
                  <a:t> </a:t>
                </a:r>
                <a:r>
                  <a:rPr lang="es-CO" sz="2400" dirty="0" err="1"/>
                  <a:t>excellent</a:t>
                </a:r>
                <a:r>
                  <a:rPr lang="es-CO" sz="2400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70</m:t>
                    </m:r>
                    <m:r>
                      <a:rPr lang="es-ES" sz="240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s-ES" sz="2400">
                        <a:latin typeface="Cambria Math" panose="02040503050406030204" pitchFamily="18" charset="0"/>
                      </a:rPr>
                      <m:t>AUC</m:t>
                    </m:r>
                    <m:r>
                      <a:rPr lang="es-ES" sz="2400">
                        <a:latin typeface="Cambria Math" panose="02040503050406030204" pitchFamily="18" charset="0"/>
                      </a:rPr>
                      <m:t>&lt;80</m:t>
                    </m:r>
                  </m:oMath>
                </a14:m>
                <a:r>
                  <a:rPr lang="es-CO" sz="2400" dirty="0"/>
                  <a:t>: </a:t>
                </a:r>
                <a:r>
                  <a:rPr lang="es-CO" sz="2400" dirty="0" err="1"/>
                  <a:t>Fair</a:t>
                </a:r>
                <a:r>
                  <a:rPr lang="es-CO" sz="2400" dirty="0"/>
                  <a:t> (</a:t>
                </a:r>
                <a:r>
                  <a:rPr lang="es-CO" sz="2400" dirty="0" err="1"/>
                  <a:t>or</a:t>
                </a:r>
                <a:r>
                  <a:rPr lang="es-CO" sz="2400" dirty="0"/>
                  <a:t> aceptable)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s-ES" sz="240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s-ES" sz="2400">
                        <a:latin typeface="Cambria Math" panose="02040503050406030204" pitchFamily="18" charset="0"/>
                      </a:rPr>
                      <m:t>AUC</m:t>
                    </m:r>
                    <m:r>
                      <a:rPr lang="es-ES" sz="2400">
                        <a:latin typeface="Cambria Math" panose="02040503050406030204" pitchFamily="18" charset="0"/>
                      </a:rPr>
                      <m:t>&lt;70</m:t>
                    </m:r>
                  </m:oMath>
                </a14:m>
                <a:r>
                  <a:rPr lang="es-CO" sz="2400" dirty="0"/>
                  <a:t>: Poor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sz="2400">
                        <a:latin typeface="Cambria Math" panose="02040503050406030204" pitchFamily="18" charset="0"/>
                      </a:rPr>
                      <m:t>5</m:t>
                    </m:r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sz="240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s-ES" sz="2400">
                        <a:latin typeface="Cambria Math" panose="02040503050406030204" pitchFamily="18" charset="0"/>
                      </a:rPr>
                      <m:t>AUC</m:t>
                    </m:r>
                    <m:r>
                      <a:rPr lang="es-ES" sz="2400">
                        <a:latin typeface="Cambria Math" panose="02040503050406030204" pitchFamily="18" charset="0"/>
                      </a:rPr>
                      <m:t>&lt;60</m:t>
                    </m:r>
                  </m:oMath>
                </a14:m>
                <a:r>
                  <a:rPr lang="es-CO" sz="2400" dirty="0"/>
                  <a:t>: </a:t>
                </a:r>
                <a:r>
                  <a:rPr lang="es-CO" sz="2400" dirty="0" err="1"/>
                  <a:t>Useless</a:t>
                </a:r>
                <a:endParaRPr lang="es-CO" sz="2400" dirty="0"/>
              </a:p>
              <a:p>
                <a:pPr marL="0" indent="0">
                  <a:buNone/>
                </a:pPr>
                <a:endParaRPr lang="es-CO" sz="2400" dirty="0"/>
              </a:p>
              <a:p>
                <a:pPr marL="0" indent="0">
                  <a:buNone/>
                </a:pPr>
                <a:endParaRPr lang="es-CO" sz="2400" dirty="0"/>
              </a:p>
              <a:p>
                <a:pPr marL="0" indent="0">
                  <a:buNone/>
                </a:pPr>
                <a:endParaRPr lang="es-CO" sz="2400" dirty="0"/>
              </a:p>
              <a:p>
                <a:pPr marL="0" indent="0">
                  <a:buNone/>
                </a:pPr>
                <a:endParaRPr lang="es-CO" sz="2400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A2039361-64F0-4E9F-A0D1-188815E9F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8541"/>
                <a:ext cx="9844314" cy="4351338"/>
              </a:xfrm>
              <a:blipFill>
                <a:blip r:embed="rId2"/>
                <a:stretch>
                  <a:fillRect l="-991" t="-266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1666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Useful</a:t>
            </a:r>
            <a:r>
              <a:rPr lang="es-CO" dirty="0"/>
              <a:t> </a:t>
            </a:r>
            <a:r>
              <a:rPr lang="es-CO" dirty="0" err="1"/>
              <a:t>plots</a:t>
            </a:r>
            <a:r>
              <a:rPr lang="es-CO" dirty="0"/>
              <a:t> </a:t>
            </a:r>
            <a:r>
              <a:rPr lang="es-CO" dirty="0" err="1"/>
              <a:t>for</a:t>
            </a:r>
            <a:r>
              <a:rPr lang="es-CO" dirty="0"/>
              <a:t> </a:t>
            </a:r>
            <a:r>
              <a:rPr lang="es-CO" dirty="0" err="1"/>
              <a:t>feature</a:t>
            </a:r>
            <a:r>
              <a:rPr lang="es-CO" dirty="0"/>
              <a:t> </a:t>
            </a:r>
            <a:r>
              <a:rPr lang="es-CO" dirty="0" err="1"/>
              <a:t>analysis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pic>
        <p:nvPicPr>
          <p:cNvPr id="7" name="Marcador de contenido 3">
            <a:extLst>
              <a:ext uri="{FF2B5EF4-FFF2-40B4-BE49-F238E27FC236}">
                <a16:creationId xmlns:a16="http://schemas.microsoft.com/office/drawing/2014/main" id="{D0E219A2-108D-44F2-8D5A-83B4E2070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13" y="1907647"/>
            <a:ext cx="7181758" cy="3191892"/>
          </a:xfrm>
          <a:prstGeom prst="rect">
            <a:avLst/>
          </a:prstGeom>
        </p:spPr>
      </p:pic>
      <p:pic>
        <p:nvPicPr>
          <p:cNvPr id="12290" name="Picture 2" descr="Violin plots explained. Learn how to use violin plots and what… | by Eryk  Lewinson | Towards Data Science">
            <a:extLst>
              <a:ext uri="{FF2B5EF4-FFF2-40B4-BE49-F238E27FC236}">
                <a16:creationId xmlns:a16="http://schemas.microsoft.com/office/drawing/2014/main" id="{9B0F842A-0C08-45E4-960A-6454F1202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976" y="1690688"/>
            <a:ext cx="49530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5C6D814-626F-4C8C-9E5F-266CDA028D3F}"/>
              </a:ext>
            </a:extLst>
          </p:cNvPr>
          <p:cNvSpPr txBox="1"/>
          <p:nvPr/>
        </p:nvSpPr>
        <p:spPr>
          <a:xfrm>
            <a:off x="6644787" y="5811408"/>
            <a:ext cx="6097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/>
              <a:t>https://towardsdatascience.com/violin-plots-explained-fb1d115e023d</a:t>
            </a:r>
            <a:endParaRPr lang="es-CO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463357A-2478-4851-A670-564392C7B436}"/>
              </a:ext>
            </a:extLst>
          </p:cNvPr>
          <p:cNvSpPr txBox="1"/>
          <p:nvPr/>
        </p:nvSpPr>
        <p:spPr>
          <a:xfrm>
            <a:off x="705583" y="5257260"/>
            <a:ext cx="6370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/>
              <a:t>https://matplotlib.org/3.1.1/gallery/statistics/boxplot_vs_violin.html</a:t>
            </a:r>
          </a:p>
        </p:txBody>
      </p:sp>
    </p:spTree>
    <p:extLst>
      <p:ext uri="{BB962C8B-B14F-4D97-AF65-F5344CB8AC3E}">
        <p14:creationId xmlns:p14="http://schemas.microsoft.com/office/powerpoint/2010/main" val="2049066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Useful</a:t>
            </a:r>
            <a:r>
              <a:rPr lang="es-CO" dirty="0"/>
              <a:t> </a:t>
            </a:r>
            <a:r>
              <a:rPr lang="es-CO" dirty="0" err="1"/>
              <a:t>plots</a:t>
            </a:r>
            <a:r>
              <a:rPr lang="es-CO" dirty="0"/>
              <a:t> </a:t>
            </a:r>
            <a:r>
              <a:rPr lang="es-CO" dirty="0" err="1"/>
              <a:t>for</a:t>
            </a:r>
            <a:r>
              <a:rPr lang="es-CO" dirty="0"/>
              <a:t> </a:t>
            </a:r>
            <a:r>
              <a:rPr lang="es-CO" dirty="0" err="1"/>
              <a:t>feature</a:t>
            </a:r>
            <a:r>
              <a:rPr lang="es-CO" dirty="0"/>
              <a:t> </a:t>
            </a:r>
            <a:r>
              <a:rPr lang="es-CO" dirty="0" err="1"/>
              <a:t>analysis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C9E7AA-B6DC-4D47-4742-8669798EA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159" y="365125"/>
            <a:ext cx="3077004" cy="622069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C5CFE31-FD70-8B9C-9311-7A4441159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752" y="4547921"/>
            <a:ext cx="2967374" cy="178182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5AB488B-30B7-A861-0DB2-803054C1E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12" y="1906544"/>
            <a:ext cx="5394563" cy="4396604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2ECCE88-10B3-1D9C-71DA-071C5326EBAB}"/>
              </a:ext>
            </a:extLst>
          </p:cNvPr>
          <p:cNvSpPr txBox="1"/>
          <p:nvPr/>
        </p:nvSpPr>
        <p:spPr>
          <a:xfrm>
            <a:off x="5623422" y="2108744"/>
            <a:ext cx="2311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Krzywinski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&amp; Altman, N. (2014). Visualizing samples with box plots: use box plots to illustrate the spread and differences of samples.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11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119-121.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838278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Useful</a:t>
            </a:r>
            <a:r>
              <a:rPr lang="es-CO" dirty="0"/>
              <a:t> </a:t>
            </a:r>
            <a:r>
              <a:rPr lang="es-CO" dirty="0" err="1"/>
              <a:t>plots</a:t>
            </a:r>
            <a:r>
              <a:rPr lang="es-CO" dirty="0"/>
              <a:t> </a:t>
            </a:r>
            <a:r>
              <a:rPr lang="es-CO" dirty="0" err="1"/>
              <a:t>for</a:t>
            </a:r>
            <a:r>
              <a:rPr lang="es-CO" dirty="0"/>
              <a:t> </a:t>
            </a:r>
            <a:r>
              <a:rPr lang="es-CO" dirty="0" err="1"/>
              <a:t>feature</a:t>
            </a:r>
            <a:r>
              <a:rPr lang="es-CO" dirty="0"/>
              <a:t> </a:t>
            </a:r>
            <a:r>
              <a:rPr lang="es-CO" dirty="0" err="1"/>
              <a:t>analysis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pic>
        <p:nvPicPr>
          <p:cNvPr id="8" name="Picture 2" descr="Resultado de imagen para violin plot beeswarm">
            <a:extLst>
              <a:ext uri="{FF2B5EF4-FFF2-40B4-BE49-F238E27FC236}">
                <a16:creationId xmlns:a16="http://schemas.microsoft.com/office/drawing/2014/main" id="{CB556857-DE45-40E9-96B5-6AA7AFA5D54D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718" y="2132949"/>
            <a:ext cx="4500564" cy="400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D7C9A23-B0F9-4217-AC79-7ED36C4E8298}"/>
              </a:ext>
            </a:extLst>
          </p:cNvPr>
          <p:cNvSpPr txBox="1"/>
          <p:nvPr/>
        </p:nvSpPr>
        <p:spPr>
          <a:xfrm>
            <a:off x="5172808" y="2132949"/>
            <a:ext cx="184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Beeswarm</a:t>
            </a:r>
            <a:r>
              <a:rPr lang="es-ES" dirty="0"/>
              <a:t> </a:t>
            </a:r>
            <a:r>
              <a:rPr lang="es-ES" dirty="0" err="1"/>
              <a:t>plot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4197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A46213-BB6D-42EE-B23F-BB2788FC91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69" y="1573242"/>
            <a:ext cx="6162192" cy="411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D8CAE72-5325-4077-85CC-EA8CEE8CFB21}"/>
              </a:ext>
            </a:extLst>
          </p:cNvPr>
          <p:cNvSpPr txBox="1"/>
          <p:nvPr/>
        </p:nvSpPr>
        <p:spPr>
          <a:xfrm>
            <a:off x="2468461" y="5841267"/>
            <a:ext cx="76989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https://towardsdatascience.com/11-dimensionality-reduction-techniques-you-should-know-in-2021-dcb9500d388b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707440B-8B2F-4A21-AB31-09E715B838CA}"/>
              </a:ext>
            </a:extLst>
          </p:cNvPr>
          <p:cNvSpPr/>
          <p:nvPr/>
        </p:nvSpPr>
        <p:spPr>
          <a:xfrm>
            <a:off x="2608976" y="2046914"/>
            <a:ext cx="2164360" cy="29193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4F250A5-E79A-4827-907D-C78A9E456D17}"/>
              </a:ext>
            </a:extLst>
          </p:cNvPr>
          <p:cNvSpPr/>
          <p:nvPr/>
        </p:nvSpPr>
        <p:spPr>
          <a:xfrm>
            <a:off x="4865615" y="2365695"/>
            <a:ext cx="4286774" cy="3045204"/>
          </a:xfrm>
          <a:prstGeom prst="rect">
            <a:avLst/>
          </a:prstGeom>
          <a:solidFill>
            <a:srgbClr val="FFFFF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32EBB-C4B8-8DF4-DDF7-FA5395E8E9BD}"/>
              </a:ext>
            </a:extLst>
          </p:cNvPr>
          <p:cNvSpPr txBox="1"/>
          <p:nvPr/>
        </p:nvSpPr>
        <p:spPr>
          <a:xfrm>
            <a:off x="1042765" y="3241966"/>
            <a:ext cx="1683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rgbClr val="C00000"/>
                </a:solidFill>
              </a:rPr>
              <a:t>It</a:t>
            </a:r>
            <a:r>
              <a:rPr lang="es-ES" dirty="0">
                <a:solidFill>
                  <a:srgbClr val="C00000"/>
                </a:solidFill>
              </a:rPr>
              <a:t> conserves </a:t>
            </a:r>
            <a:r>
              <a:rPr lang="es-ES" dirty="0" err="1">
                <a:solidFill>
                  <a:srgbClr val="C00000"/>
                </a:solidFill>
              </a:rPr>
              <a:t>semantics</a:t>
            </a:r>
            <a:endParaRPr lang="es-CO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45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0E2852-259F-4B0B-B3D3-86376016B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" dirty="0" err="1"/>
              <a:t>Classification</a:t>
            </a:r>
            <a:r>
              <a:rPr lang="es-ES" dirty="0"/>
              <a:t> </a:t>
            </a:r>
            <a:r>
              <a:rPr lang="es-ES" dirty="0" err="1"/>
              <a:t>according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objective</a:t>
            </a:r>
            <a:r>
              <a:rPr lang="es-ES" dirty="0"/>
              <a:t> (</a:t>
            </a:r>
            <a:r>
              <a:rPr lang="it-IT" sz="2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Urbanowicz, Meeker, La Cava, Olson, &amp; Moore, 2018</a:t>
            </a:r>
            <a:r>
              <a:rPr lang="es-ES" dirty="0"/>
              <a:t>):</a:t>
            </a:r>
            <a:endParaRPr lang="fi-FI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s-CO" i="1" dirty="0" err="1"/>
              <a:t>Idealized</a:t>
            </a:r>
            <a:r>
              <a:rPr lang="es-CO" dirty="0"/>
              <a:t>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CO" dirty="0" err="1"/>
              <a:t>Minimally</a:t>
            </a:r>
            <a:r>
              <a:rPr lang="es-CO" dirty="0"/>
              <a:t> </a:t>
            </a:r>
            <a:r>
              <a:rPr lang="es-CO" dirty="0" err="1"/>
              <a:t>sized</a:t>
            </a:r>
            <a:r>
              <a:rPr lang="es-CO" dirty="0"/>
              <a:t> </a:t>
            </a:r>
            <a:r>
              <a:rPr lang="es-CO" dirty="0" err="1"/>
              <a:t>feature</a:t>
            </a:r>
            <a:r>
              <a:rPr lang="es-CO" dirty="0"/>
              <a:t> </a:t>
            </a:r>
            <a:r>
              <a:rPr lang="es-CO" dirty="0" err="1"/>
              <a:t>subset</a:t>
            </a:r>
            <a:r>
              <a:rPr lang="es-CO" dirty="0"/>
              <a:t> </a:t>
            </a:r>
            <a:r>
              <a:rPr lang="es-CO" dirty="0" err="1"/>
              <a:t>necessary</a:t>
            </a:r>
            <a:r>
              <a:rPr lang="es-CO" dirty="0"/>
              <a:t> and </a:t>
            </a:r>
            <a:r>
              <a:rPr lang="es-CO" dirty="0" err="1"/>
              <a:t>sufficient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describe </a:t>
            </a:r>
            <a:r>
              <a:rPr lang="es-CO" dirty="0" err="1"/>
              <a:t>the</a:t>
            </a:r>
            <a:r>
              <a:rPr lang="es-CO" dirty="0"/>
              <a:t> target concept</a:t>
            </a:r>
          </a:p>
          <a:p>
            <a:pPr>
              <a:lnSpc>
                <a:spcPct val="120000"/>
              </a:lnSpc>
            </a:pPr>
            <a:r>
              <a:rPr lang="es-CO" i="1" dirty="0"/>
              <a:t>Target </a:t>
            </a:r>
            <a:r>
              <a:rPr lang="es-CO" i="1" dirty="0" err="1"/>
              <a:t>feature</a:t>
            </a:r>
            <a:r>
              <a:rPr lang="es-CO" i="1" dirty="0"/>
              <a:t> </a:t>
            </a:r>
            <a:r>
              <a:rPr lang="es-CO" i="1" dirty="0" err="1"/>
              <a:t>count</a:t>
            </a:r>
            <a:r>
              <a:rPr lang="es-CO" dirty="0"/>
              <a:t>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size</a:t>
            </a:r>
            <a:r>
              <a:rPr lang="es-CO" dirty="0"/>
              <a:t> </a:t>
            </a:r>
            <a:r>
              <a:rPr lang="es-CO" dirty="0" err="1"/>
              <a:t>such</a:t>
            </a:r>
            <a:r>
              <a:rPr lang="es-CO" dirty="0"/>
              <a:t> </a:t>
            </a:r>
            <a:r>
              <a:rPr lang="es-CO" dirty="0" err="1"/>
              <a:t>that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value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a </a:t>
            </a:r>
            <a:r>
              <a:rPr lang="es-CO" dirty="0" err="1"/>
              <a:t>criterion</a:t>
            </a:r>
            <a:r>
              <a:rPr lang="es-CO" dirty="0"/>
              <a:t> </a:t>
            </a:r>
            <a:r>
              <a:rPr lang="es-CO" dirty="0" err="1"/>
              <a:t>function</a:t>
            </a:r>
            <a:r>
              <a:rPr lang="es-CO" dirty="0"/>
              <a:t> </a:t>
            </a:r>
            <a:r>
              <a:rPr lang="es-CO" dirty="0" err="1"/>
              <a:t>is</a:t>
            </a:r>
            <a:r>
              <a:rPr lang="es-CO" dirty="0"/>
              <a:t> </a:t>
            </a:r>
            <a:r>
              <a:rPr lang="es-CO" dirty="0" err="1"/>
              <a:t>optimized</a:t>
            </a:r>
            <a:r>
              <a:rPr lang="es-CO" dirty="0"/>
              <a:t> </a:t>
            </a:r>
            <a:r>
              <a:rPr lang="es-CO" dirty="0" err="1"/>
              <a:t>over</a:t>
            </a:r>
            <a:r>
              <a:rPr lang="es-CO" dirty="0"/>
              <a:t> </a:t>
            </a:r>
            <a:r>
              <a:rPr lang="es-CO" dirty="0" err="1"/>
              <a:t>all</a:t>
            </a:r>
            <a:r>
              <a:rPr lang="es-CO" dirty="0"/>
              <a:t> </a:t>
            </a:r>
            <a:r>
              <a:rPr lang="es-CO" dirty="0" err="1"/>
              <a:t>sizes</a:t>
            </a:r>
            <a:endParaRPr lang="es-CO" dirty="0"/>
          </a:p>
          <a:p>
            <a:pPr>
              <a:lnSpc>
                <a:spcPct val="120000"/>
              </a:lnSpc>
            </a:pPr>
            <a:r>
              <a:rPr lang="es-CO" i="1" dirty="0" err="1"/>
              <a:t>Prediction</a:t>
            </a:r>
            <a:r>
              <a:rPr lang="es-CO" i="1" dirty="0"/>
              <a:t> </a:t>
            </a:r>
            <a:r>
              <a:rPr lang="es-CO" i="1" dirty="0" err="1"/>
              <a:t>accuracy</a:t>
            </a:r>
            <a:r>
              <a:rPr lang="es-CO" i="1" dirty="0"/>
              <a:t> </a:t>
            </a:r>
            <a:r>
              <a:rPr lang="es-CO" i="1" dirty="0" err="1"/>
              <a:t>improvement</a:t>
            </a:r>
            <a:r>
              <a:rPr lang="es-CO" dirty="0"/>
              <a:t>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CO" dirty="0" err="1"/>
              <a:t>Size</a:t>
            </a:r>
            <a:r>
              <a:rPr lang="es-CO" dirty="0"/>
              <a:t> </a:t>
            </a:r>
            <a:r>
              <a:rPr lang="es-CO" dirty="0" err="1"/>
              <a:t>that</a:t>
            </a:r>
            <a:r>
              <a:rPr lang="es-CO" dirty="0"/>
              <a:t> </a:t>
            </a:r>
            <a:r>
              <a:rPr lang="es-CO" dirty="0" err="1"/>
              <a:t>increases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prediction</a:t>
            </a:r>
            <a:r>
              <a:rPr lang="es-CO" dirty="0"/>
              <a:t> </a:t>
            </a:r>
            <a:r>
              <a:rPr lang="es-CO" dirty="0" err="1"/>
              <a:t>accuracy</a:t>
            </a:r>
            <a:r>
              <a:rPr lang="es-CO" dirty="0"/>
              <a:t> </a:t>
            </a:r>
            <a:r>
              <a:rPr lang="es-CO" dirty="0" err="1"/>
              <a:t>or</a:t>
            </a:r>
            <a:r>
              <a:rPr lang="es-CO" dirty="0"/>
              <a:t> </a:t>
            </a:r>
            <a:r>
              <a:rPr lang="es-CO" dirty="0" err="1"/>
              <a:t>decreases</a:t>
            </a:r>
            <a:r>
              <a:rPr lang="es-CO" dirty="0"/>
              <a:t> </a:t>
            </a:r>
            <a:r>
              <a:rPr lang="es-CO" dirty="0" err="1"/>
              <a:t>model</a:t>
            </a:r>
            <a:r>
              <a:rPr lang="es-CO" dirty="0"/>
              <a:t> </a:t>
            </a:r>
            <a:r>
              <a:rPr lang="es-CO" dirty="0" err="1"/>
              <a:t>complexity</a:t>
            </a:r>
            <a:endParaRPr lang="es-CO" dirty="0"/>
          </a:p>
          <a:p>
            <a:pPr>
              <a:lnSpc>
                <a:spcPct val="120000"/>
              </a:lnSpc>
            </a:pPr>
            <a:r>
              <a:rPr lang="es-CO" i="1" dirty="0" err="1"/>
              <a:t>Approximate</a:t>
            </a:r>
            <a:r>
              <a:rPr lang="es-CO" i="1" dirty="0"/>
              <a:t> original </a:t>
            </a:r>
            <a:r>
              <a:rPr lang="es-CO" i="1" dirty="0" err="1"/>
              <a:t>class</a:t>
            </a:r>
            <a:r>
              <a:rPr lang="es-CO" i="1" dirty="0"/>
              <a:t> </a:t>
            </a:r>
            <a:r>
              <a:rPr lang="es-CO" i="1" dirty="0" err="1"/>
              <a:t>prediction</a:t>
            </a:r>
            <a:r>
              <a:rPr lang="es-CO" i="1" dirty="0"/>
              <a:t> </a:t>
            </a:r>
            <a:r>
              <a:rPr lang="es-CO" i="1" dirty="0" err="1"/>
              <a:t>probability</a:t>
            </a:r>
            <a:r>
              <a:rPr lang="es-CO" i="1" dirty="0"/>
              <a:t> </a:t>
            </a:r>
            <a:r>
              <a:rPr lang="es-CO" i="1" dirty="0" err="1"/>
              <a:t>distribution</a:t>
            </a:r>
            <a:r>
              <a:rPr lang="es-CO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CO" dirty="0" err="1"/>
              <a:t>Choose</a:t>
            </a:r>
            <a:r>
              <a:rPr lang="es-CO" dirty="0"/>
              <a:t> a </a:t>
            </a:r>
            <a:r>
              <a:rPr lang="es-CO" dirty="0" err="1"/>
              <a:t>subset</a:t>
            </a:r>
            <a:r>
              <a:rPr lang="es-CO" dirty="0"/>
              <a:t> </a:t>
            </a:r>
            <a:r>
              <a:rPr lang="es-CO" dirty="0" err="1"/>
              <a:t>that</a:t>
            </a:r>
            <a:r>
              <a:rPr lang="es-CO" dirty="0"/>
              <a:t> </a:t>
            </a:r>
            <a:r>
              <a:rPr lang="es-CO" dirty="0" err="1"/>
              <a:t>achieves</a:t>
            </a:r>
            <a:r>
              <a:rPr lang="es-CO" dirty="0"/>
              <a:t> a </a:t>
            </a:r>
            <a:r>
              <a:rPr lang="es-CO" dirty="0" err="1"/>
              <a:t>class</a:t>
            </a:r>
            <a:r>
              <a:rPr lang="es-CO" dirty="0"/>
              <a:t> </a:t>
            </a:r>
            <a:r>
              <a:rPr lang="es-CO" dirty="0" err="1"/>
              <a:t>prediction</a:t>
            </a:r>
            <a:r>
              <a:rPr lang="es-CO" dirty="0"/>
              <a:t> </a:t>
            </a:r>
            <a:r>
              <a:rPr lang="es-CO" dirty="0" err="1"/>
              <a:t>probability</a:t>
            </a:r>
            <a:r>
              <a:rPr lang="es-CO" dirty="0"/>
              <a:t> </a:t>
            </a:r>
            <a:r>
              <a:rPr lang="es-CO" dirty="0" err="1"/>
              <a:t>distribution</a:t>
            </a:r>
            <a:r>
              <a:rPr lang="es-CO" dirty="0"/>
              <a:t> as </a:t>
            </a:r>
            <a:r>
              <a:rPr lang="es-CO" dirty="0" err="1"/>
              <a:t>close</a:t>
            </a:r>
            <a:r>
              <a:rPr lang="es-CO" dirty="0"/>
              <a:t> as </a:t>
            </a:r>
            <a:r>
              <a:rPr lang="es-CO" dirty="0" err="1"/>
              <a:t>possible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that</a:t>
            </a:r>
            <a:r>
              <a:rPr lang="es-CO" dirty="0"/>
              <a:t> </a:t>
            </a:r>
            <a:r>
              <a:rPr lang="es-CO" dirty="0" err="1"/>
              <a:t>given</a:t>
            </a:r>
            <a:r>
              <a:rPr lang="es-CO" dirty="0"/>
              <a:t> </a:t>
            </a:r>
            <a:r>
              <a:rPr lang="es-CO" dirty="0" err="1"/>
              <a:t>by</a:t>
            </a:r>
            <a:r>
              <a:rPr lang="es-CO" dirty="0"/>
              <a:t> </a:t>
            </a:r>
            <a:r>
              <a:rPr lang="es-CO" dirty="0" err="1"/>
              <a:t>all</a:t>
            </a:r>
            <a:r>
              <a:rPr lang="es-CO" dirty="0"/>
              <a:t> </a:t>
            </a:r>
            <a:r>
              <a:rPr lang="es-CO" dirty="0" err="1"/>
              <a:t>features</a:t>
            </a:r>
            <a:r>
              <a:rPr lang="es-CO" dirty="0"/>
              <a:t>  </a:t>
            </a:r>
          </a:p>
          <a:p>
            <a:pPr>
              <a:lnSpc>
                <a:spcPct val="120000"/>
              </a:lnSpc>
            </a:pPr>
            <a:r>
              <a:rPr lang="es-CO" i="1" dirty="0"/>
              <a:t>Rank and define </a:t>
            </a:r>
            <a:r>
              <a:rPr lang="es-CO" i="1" dirty="0" err="1"/>
              <a:t>cutoff</a:t>
            </a:r>
            <a:r>
              <a:rPr lang="es-CO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CO" dirty="0"/>
              <a:t>Rank </a:t>
            </a:r>
            <a:r>
              <a:rPr lang="es-CO" dirty="0" err="1"/>
              <a:t>all</a:t>
            </a:r>
            <a:r>
              <a:rPr lang="es-CO" dirty="0"/>
              <a:t> </a:t>
            </a:r>
            <a:r>
              <a:rPr lang="es-CO" dirty="0" err="1"/>
              <a:t>features</a:t>
            </a:r>
            <a:r>
              <a:rPr lang="es-CO" dirty="0"/>
              <a:t> </a:t>
            </a:r>
            <a:r>
              <a:rPr lang="es-CO" dirty="0" err="1"/>
              <a:t>using</a:t>
            </a:r>
            <a:r>
              <a:rPr lang="es-CO" dirty="0"/>
              <a:t> </a:t>
            </a:r>
            <a:r>
              <a:rPr lang="es-CO" dirty="0" err="1"/>
              <a:t>some</a:t>
            </a:r>
            <a:r>
              <a:rPr lang="es-CO" dirty="0"/>
              <a:t> </a:t>
            </a:r>
            <a:r>
              <a:rPr lang="es-CO" dirty="0" err="1"/>
              <a:t>value</a:t>
            </a:r>
            <a:r>
              <a:rPr lang="es-CO" dirty="0"/>
              <a:t>, and define </a:t>
            </a:r>
            <a:r>
              <a:rPr lang="es-CO" dirty="0" err="1"/>
              <a:t>an</a:t>
            </a:r>
            <a:r>
              <a:rPr lang="es-CO" dirty="0"/>
              <a:t> ad-hoc </a:t>
            </a:r>
            <a:r>
              <a:rPr lang="es-CO" dirty="0" err="1"/>
              <a:t>cutoff</a:t>
            </a:r>
            <a:r>
              <a:rPr lang="es-CO" dirty="0"/>
              <a:t> (</a:t>
            </a:r>
            <a:r>
              <a:rPr lang="es-CO" dirty="0" err="1"/>
              <a:t>statistical</a:t>
            </a:r>
            <a:r>
              <a:rPr lang="es-CO" dirty="0"/>
              <a:t>, </a:t>
            </a:r>
            <a:r>
              <a:rPr lang="es-CO" dirty="0" err="1"/>
              <a:t>subjective</a:t>
            </a:r>
            <a:r>
              <a:rPr lang="es-CO" dirty="0"/>
              <a:t> </a:t>
            </a:r>
            <a:r>
              <a:rPr lang="es-CO" dirty="0" err="1"/>
              <a:t>or</a:t>
            </a:r>
            <a:r>
              <a:rPr lang="es-CO" dirty="0"/>
              <a:t> </a:t>
            </a:r>
            <a:r>
              <a:rPr lang="es-CO" dirty="0" err="1"/>
              <a:t>simply</a:t>
            </a:r>
            <a:r>
              <a:rPr lang="es-CO" dirty="0"/>
              <a:t> a </a:t>
            </a:r>
            <a:r>
              <a:rPr lang="es-CO" dirty="0" err="1"/>
              <a:t>desired</a:t>
            </a:r>
            <a:r>
              <a:rPr lang="es-CO" dirty="0"/>
              <a:t> </a:t>
            </a:r>
            <a:r>
              <a:rPr lang="es-CO" dirty="0" err="1"/>
              <a:t>number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features</a:t>
            </a:r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3155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0E2852-259F-4B0B-B3D3-86376016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9425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" u="sng" dirty="0"/>
              <a:t>HYPOTHESIS TESTS</a:t>
            </a:r>
          </a:p>
          <a:p>
            <a:pPr marL="0" indent="0">
              <a:lnSpc>
                <a:spcPct val="120000"/>
              </a:lnSpc>
              <a:buNone/>
            </a:pPr>
            <a:endParaRPr lang="es-ES" u="sng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Hypothesis testing is a statistical method used to make decisions or inferences about a population based on sample data.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It is a fundamental aspect of inferential statistics.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56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0E2852-259F-4B0B-B3D3-86376016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94257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" u="sng" dirty="0"/>
              <a:t>HYPOTHESIS TESTS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s-ES" dirty="0" err="1"/>
              <a:t>Formulate</a:t>
            </a:r>
            <a:r>
              <a:rPr lang="es-ES" dirty="0"/>
              <a:t> </a:t>
            </a:r>
            <a:r>
              <a:rPr lang="es-ES" dirty="0" err="1"/>
              <a:t>hypothesis</a:t>
            </a:r>
            <a:r>
              <a:rPr lang="es-ES" dirty="0"/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Calibri "/>
              </a:rPr>
              <a:t>Null Hypothesis (H₀)</a:t>
            </a:r>
            <a:r>
              <a:rPr lang="en-US" b="0" i="0" dirty="0">
                <a:solidFill>
                  <a:srgbClr val="0D0D0D"/>
                </a:solidFill>
                <a:effectLst/>
                <a:latin typeface="Calibri "/>
              </a:rPr>
              <a:t>: No differences between groups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Calibri "/>
              </a:rPr>
              <a:t>Alternative Hypothesis (H₁ or Ha)</a:t>
            </a:r>
            <a:r>
              <a:rPr lang="en-US" b="0" i="0" dirty="0">
                <a:solidFill>
                  <a:srgbClr val="0D0D0D"/>
                </a:solidFill>
                <a:effectLst/>
                <a:latin typeface="Calibri "/>
              </a:rPr>
              <a:t>: It contradicts </a:t>
            </a:r>
            <a:r>
              <a:rPr lang="en-US" b="1" i="0" dirty="0">
                <a:solidFill>
                  <a:srgbClr val="0D0D0D"/>
                </a:solidFill>
                <a:effectLst/>
                <a:latin typeface="Calibri "/>
              </a:rPr>
              <a:t>H₀</a:t>
            </a:r>
            <a:endParaRPr lang="en-US" dirty="0">
              <a:solidFill>
                <a:srgbClr val="0D0D0D"/>
              </a:solidFill>
              <a:latin typeface="Calibri 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1" i="0" dirty="0">
              <a:solidFill>
                <a:srgbClr val="0D0D0D"/>
              </a:solidFill>
              <a:effectLst/>
              <a:latin typeface="Calibri "/>
            </a:endParaRPr>
          </a:p>
          <a:p>
            <a:pPr marL="0" indent="0" algn="l">
              <a:buNone/>
            </a:pP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2. Select a significance Level (α):</a:t>
            </a:r>
          </a:p>
          <a:p>
            <a:pPr marL="0" indent="0" algn="l">
              <a:buNone/>
            </a:pPr>
            <a:endParaRPr lang="en-US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significance level is the probability of rejecting </a:t>
            </a:r>
            <a:r>
              <a:rPr lang="en-US" b="1" i="0" dirty="0">
                <a:solidFill>
                  <a:srgbClr val="0D0D0D"/>
                </a:solidFill>
                <a:effectLst/>
                <a:latin typeface="Calibri "/>
              </a:rPr>
              <a:t>H₀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when it is actually true (Type I error). 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Common choices for α are 0.05, 0.01, or 0.10.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11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0E2852-259F-4B0B-B3D3-86376016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1992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" u="sng" dirty="0"/>
              <a:t>HYPOTHESIS TESTS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dirty="0"/>
              <a:t>3. </a:t>
            </a:r>
            <a:r>
              <a:rPr lang="es-ES" dirty="0" err="1"/>
              <a:t>Choose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appropriate</a:t>
            </a:r>
            <a:r>
              <a:rPr lang="es-ES" dirty="0"/>
              <a:t> test:</a:t>
            </a:r>
          </a:p>
          <a:p>
            <a:pPr>
              <a:buFontTx/>
              <a:buChar char="-"/>
            </a:pPr>
            <a:r>
              <a:rPr lang="en-US" dirty="0"/>
              <a:t>Check data normality: </a:t>
            </a:r>
          </a:p>
          <a:p>
            <a:pPr marL="0" indent="0">
              <a:buNone/>
            </a:pPr>
            <a:r>
              <a:rPr lang="en-US" dirty="0"/>
              <a:t>Shapiro–Wilk test, Kolmogorov–Smirnov test</a:t>
            </a:r>
          </a:p>
          <a:p>
            <a:pPr>
              <a:buFontTx/>
              <a:buChar char="-"/>
            </a:pPr>
            <a:r>
              <a:rPr lang="en-US" dirty="0"/>
              <a:t>Select the most appropriate statistical test accordingly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Determine the critical value (p-value)</a:t>
            </a:r>
          </a:p>
          <a:p>
            <a:pPr marL="0" indent="0">
              <a:buNone/>
            </a:pPr>
            <a:r>
              <a:rPr lang="en-US" dirty="0"/>
              <a:t>p-value is the probability of obtaining test results at least as extreme as the results actually observed, under the assumption that H</a:t>
            </a:r>
            <a:r>
              <a:rPr lang="en-US" baseline="-25000" dirty="0"/>
              <a:t>0</a:t>
            </a:r>
            <a:r>
              <a:rPr lang="en-US" dirty="0"/>
              <a:t> is correct.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5. Make a decision</a:t>
            </a:r>
          </a:p>
          <a:p>
            <a:pPr marL="0" indent="0" algn="ctr">
              <a:buNone/>
            </a:pPr>
            <a:r>
              <a:rPr lang="en-US" dirty="0"/>
              <a:t>If p-value ≤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 α 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  <a:sym typeface="Wingdings" panose="05000000000000000000" pitchFamily="2" charset="2"/>
              </a:rPr>
              <a:t> reject </a:t>
            </a:r>
            <a:r>
              <a:rPr lang="en-US" dirty="0"/>
              <a:t>H</a:t>
            </a:r>
            <a:r>
              <a:rPr lang="en-US" baseline="-25000" dirty="0"/>
              <a:t>0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significant statistical difference</a:t>
            </a:r>
            <a:br>
              <a:rPr lang="en-US" dirty="0"/>
            </a:b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0772E8-EF0B-C5CC-C490-6BEFFC8CA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60" y="365126"/>
            <a:ext cx="5060998" cy="512030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5BFEE8E-484A-CA51-F656-C056D03979F3}"/>
              </a:ext>
            </a:extLst>
          </p:cNvPr>
          <p:cNvSpPr txBox="1"/>
          <p:nvPr/>
        </p:nvSpPr>
        <p:spPr>
          <a:xfrm>
            <a:off x="6815573" y="5578366"/>
            <a:ext cx="5060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Marusteri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&amp;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Bacarea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V. (2010). Comparing groups for statistical differences: how to choose the right statistical test?. 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Biochemia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medica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15-32.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874151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0E2852-259F-4B0B-B3D3-86376016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94257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" u="sng" dirty="0"/>
              <a:t>ANOVA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Analysis of Variance is a statistical method used to compare the means of three or more groups to determine if there are statistically significant differences between them.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ANOVA works by partitioning the total variance observed in the data into different sources: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- Between-group variance: Variance between the means of different groups.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- Within-group variance: Variance within each group or category.</a:t>
            </a:r>
          </a:p>
        </p:txBody>
      </p:sp>
    </p:spTree>
    <p:extLst>
      <p:ext uri="{BB962C8B-B14F-4D97-AF65-F5344CB8AC3E}">
        <p14:creationId xmlns:p14="http://schemas.microsoft.com/office/powerpoint/2010/main" val="3316038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0E2852-259F-4B0B-B3D3-86376016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69115" cy="435133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" u="sng" dirty="0"/>
              <a:t>ANOVA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If the between-group variance is significantly larger than the within-group variance, it suggests that there are significant differences between the group means, and we reject the null hypothesis.</a:t>
            </a:r>
          </a:p>
        </p:txBody>
      </p:sp>
      <p:pic>
        <p:nvPicPr>
          <p:cNvPr id="2050" name="Picture 2" descr="2: Inter-class and Intra-class variances concept. a) Low intra-class variance and high inter-class variance: compact well separated clusters. b) High intra-class variance and low inter-class variance: wide clusters without a clear frontier. ">
            <a:extLst>
              <a:ext uri="{FF2B5EF4-FFF2-40B4-BE49-F238E27FC236}">
                <a16:creationId xmlns:a16="http://schemas.microsoft.com/office/drawing/2014/main" id="{066B8D42-E317-4004-0C68-19B8A0CBB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9" y="2182552"/>
            <a:ext cx="5354410" cy="233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8A7C0A-5DB9-7893-0FDE-280932F838D9}"/>
              </a:ext>
            </a:extLst>
          </p:cNvPr>
          <p:cNvSpPr txBox="1"/>
          <p:nvPr/>
        </p:nvSpPr>
        <p:spPr>
          <a:xfrm>
            <a:off x="6284688" y="4675448"/>
            <a:ext cx="55009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Canuto, J. C. (2014). </a:t>
            </a:r>
            <a:r>
              <a:rPr lang="es-CO" sz="1400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Biomechanical</a:t>
            </a:r>
            <a:r>
              <a:rPr lang="es-CO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online </a:t>
            </a:r>
            <a:r>
              <a:rPr lang="es-CO" sz="1400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signature</a:t>
            </a:r>
            <a:r>
              <a:rPr lang="es-CO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s-CO" sz="1400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modeling</a:t>
            </a:r>
            <a:r>
              <a:rPr lang="es-CO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s-CO" sz="1400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applied</a:t>
            </a:r>
            <a:r>
              <a:rPr lang="es-CO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s-CO" sz="1400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to</a:t>
            </a:r>
            <a:r>
              <a:rPr lang="es-CO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s-CO" sz="1400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verification</a:t>
            </a:r>
            <a:r>
              <a:rPr lang="es-CO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(Doctoral </a:t>
            </a:r>
            <a:r>
              <a:rPr lang="es-CO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dissertation</a:t>
            </a:r>
            <a:r>
              <a:rPr lang="es-CO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s-CO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Institut</a:t>
            </a:r>
            <a:r>
              <a:rPr lang="es-CO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s-CO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National</a:t>
            </a:r>
            <a:r>
              <a:rPr lang="es-CO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des </a:t>
            </a:r>
            <a:r>
              <a:rPr lang="es-CO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Télécommunications</a:t>
            </a:r>
            <a:r>
              <a:rPr lang="es-CO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).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2532591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9E0E2852-259F-4B0B-B3D3-86376016B6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294257" cy="4351338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" u="sng" dirty="0"/>
                  <a:t>ANOVA (step-</a:t>
                </a:r>
                <a:r>
                  <a:rPr lang="es-ES" u="sng" dirty="0" err="1"/>
                  <a:t>by</a:t>
                </a:r>
                <a:r>
                  <a:rPr lang="es-ES" u="sng" dirty="0"/>
                  <a:t>-step):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1. Formulate hypotheses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H</a:t>
                </a:r>
                <a:r>
                  <a:rPr lang="en-US" baseline="-25000" dirty="0"/>
                  <a:t>0</a:t>
                </a:r>
                <a:r>
                  <a:rPr lang="en-US" dirty="0"/>
                  <a:t> : The means of all groups are equal.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H</a:t>
                </a:r>
                <a:r>
                  <a:rPr lang="en-US" baseline="-25000" dirty="0"/>
                  <a:t>1</a:t>
                </a:r>
                <a:r>
                  <a:rPr lang="en-US" dirty="0"/>
                  <a:t> : At least one group mean is different from the others.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2. Compute group means and overall mean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3. Compute between-group and within-group variances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6. Compute F-statistic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 dirty="0"/>
                            <m:t>Between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−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Group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Variance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 dirty="0"/>
                            <m:t>Within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−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Group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Variance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7. Determine critical value corresponding to a chosen significance level (e.g.,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=0,05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8. Compare F-Statistic with the critical value: If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critical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value</m:t>
                    </m:r>
                  </m:oMath>
                </a14:m>
                <a:r>
                  <a:rPr lang="en-US" dirty="0"/>
                  <a:t>, reject H</a:t>
                </a:r>
                <a:r>
                  <a:rPr lang="en-US" baseline="-25000" dirty="0"/>
                  <a:t>0</a:t>
                </a:r>
                <a:r>
                  <a:rPr lang="en-US" dirty="0"/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9. If H</a:t>
                </a:r>
                <a:r>
                  <a:rPr lang="en-US" baseline="-25000" dirty="0"/>
                  <a:t>0 </a:t>
                </a:r>
                <a:r>
                  <a:rPr lang="en-US" dirty="0"/>
                  <a:t>rejected, there are statistically significant differences between the group means. </a:t>
                </a:r>
              </a:p>
            </p:txBody>
          </p:sp>
        </mc:Choice>
        <mc:Fallback xmlns="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9E0E2852-259F-4B0B-B3D3-86376016B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294257" cy="4351338"/>
              </a:xfrm>
              <a:blipFill>
                <a:blip r:embed="rId2"/>
                <a:stretch>
                  <a:fillRect l="-178" t="-2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427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pic>
        <p:nvPicPr>
          <p:cNvPr id="1026" name="Picture 2" descr="text-middle">
            <a:extLst>
              <a:ext uri="{FF2B5EF4-FFF2-40B4-BE49-F238E27FC236}">
                <a16:creationId xmlns:a16="http://schemas.microsoft.com/office/drawing/2014/main" id="{4C5092A9-B0CD-E804-324C-1386A11EEA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924844"/>
            <a:ext cx="923925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7B631F-026A-817A-EAFF-06449F8DB64A}"/>
              </a:ext>
            </a:extLst>
          </p:cNvPr>
          <p:cNvSpPr txBox="1"/>
          <p:nvPr/>
        </p:nvSpPr>
        <p:spPr>
          <a:xfrm>
            <a:off x="1476375" y="6004123"/>
            <a:ext cx="9090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 err="1"/>
              <a:t>By</a:t>
            </a:r>
            <a:r>
              <a:rPr lang="es-CO" sz="1400" dirty="0"/>
              <a:t> Luyan Li - </a:t>
            </a:r>
            <a:r>
              <a:rPr lang="es-CO" sz="1400" dirty="0" err="1"/>
              <a:t>Own</a:t>
            </a:r>
            <a:r>
              <a:rPr lang="es-CO" sz="1400" dirty="0"/>
              <a:t> </a:t>
            </a:r>
            <a:r>
              <a:rPr lang="es-CO" sz="1400" dirty="0" err="1"/>
              <a:t>work</a:t>
            </a:r>
            <a:r>
              <a:rPr lang="es-CO" sz="1400" dirty="0"/>
              <a:t>, CC BY 4.0, https://commons.wikimedia.org/w/index.php?curid=140549619</a:t>
            </a:r>
          </a:p>
        </p:txBody>
      </p:sp>
    </p:spTree>
    <p:extLst>
      <p:ext uri="{BB962C8B-B14F-4D97-AF65-F5344CB8AC3E}">
        <p14:creationId xmlns:p14="http://schemas.microsoft.com/office/powerpoint/2010/main" val="36336294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9E0E2852-259F-4B0B-B3D3-86376016B6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" u="sng" dirty="0" err="1"/>
                  <a:t>Relief</a:t>
                </a:r>
                <a:r>
                  <a:rPr lang="es-ES" u="sng" dirty="0"/>
                  <a:t>-F</a:t>
                </a:r>
                <a:endParaRPr lang="fi-FI" b="0" i="0" u="sng" dirty="0">
                  <a:solidFill>
                    <a:srgbClr val="222222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" dirty="0" err="1"/>
                  <a:t>It</a:t>
                </a:r>
                <a:r>
                  <a:rPr lang="es-ES" dirty="0"/>
                  <a:t> </a:t>
                </a:r>
                <a:r>
                  <a:rPr lang="es-ES" dirty="0" err="1"/>
                  <a:t>searches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quality</a:t>
                </a:r>
                <a:r>
                  <a:rPr lang="es-ES" dirty="0"/>
                  <a:t> (</a:t>
                </a:r>
                <a:r>
                  <a:rPr lang="es-ES" dirty="0" err="1"/>
                  <a:t>or</a:t>
                </a:r>
                <a:r>
                  <a:rPr lang="es-ES" dirty="0"/>
                  <a:t> </a:t>
                </a:r>
                <a:r>
                  <a:rPr lang="es-ES" dirty="0" err="1"/>
                  <a:t>relevance</a:t>
                </a:r>
                <a:r>
                  <a:rPr lang="es-ES" dirty="0"/>
                  <a:t>)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features</a:t>
                </a:r>
                <a:r>
                  <a:rPr lang="es-ES" dirty="0"/>
                  <a:t> </a:t>
                </a:r>
                <a:r>
                  <a:rPr lang="es-ES" dirty="0" err="1"/>
                  <a:t>according</a:t>
                </a:r>
                <a:r>
                  <a:rPr lang="es-ES" dirty="0"/>
                  <a:t> </a:t>
                </a:r>
                <a:r>
                  <a:rPr lang="es-ES" dirty="0" err="1"/>
                  <a:t>to</a:t>
                </a:r>
                <a:r>
                  <a:rPr lang="es-ES" dirty="0"/>
                  <a:t> </a:t>
                </a:r>
                <a:r>
                  <a:rPr lang="es-ES" dirty="0" err="1"/>
                  <a:t>how</a:t>
                </a:r>
                <a:r>
                  <a:rPr lang="es-ES" dirty="0"/>
                  <a:t> </a:t>
                </a:r>
                <a:r>
                  <a:rPr lang="es-ES" dirty="0" err="1"/>
                  <a:t>well</a:t>
                </a:r>
                <a:r>
                  <a:rPr lang="es-ES" dirty="0"/>
                  <a:t> </a:t>
                </a:r>
                <a:r>
                  <a:rPr lang="es-ES" dirty="0" err="1"/>
                  <a:t>their</a:t>
                </a:r>
                <a:r>
                  <a:rPr lang="es-ES" dirty="0"/>
                  <a:t> </a:t>
                </a:r>
                <a:r>
                  <a:rPr lang="es-ES" dirty="0" err="1"/>
                  <a:t>values</a:t>
                </a:r>
                <a:r>
                  <a:rPr lang="es-ES" dirty="0"/>
                  <a:t> </a:t>
                </a:r>
                <a:r>
                  <a:rPr lang="es-ES" dirty="0" err="1"/>
                  <a:t>discriminate</a:t>
                </a:r>
                <a:r>
                  <a:rPr lang="es-ES" dirty="0"/>
                  <a:t> </a:t>
                </a:r>
                <a:r>
                  <a:rPr lang="es-ES" dirty="0" err="1"/>
                  <a:t>between</a:t>
                </a:r>
                <a:r>
                  <a:rPr lang="es-ES" dirty="0"/>
                  <a:t> </a:t>
                </a:r>
                <a:r>
                  <a:rPr lang="es-ES" dirty="0" err="1"/>
                  <a:t>neighbor</a:t>
                </a:r>
                <a:r>
                  <a:rPr lang="es-ES" dirty="0"/>
                  <a:t> </a:t>
                </a:r>
                <a:r>
                  <a:rPr lang="es-ES" dirty="0" err="1"/>
                  <a:t>instances</a:t>
                </a:r>
                <a:r>
                  <a:rPr lang="es-ES" dirty="0"/>
                  <a:t> (</a:t>
                </a:r>
                <a:r>
                  <a:rPr lang="es-ES" dirty="0" err="1"/>
                  <a:t>classes</a:t>
                </a:r>
                <a:r>
                  <a:rPr lang="es-ES" dirty="0"/>
                  <a:t>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" dirty="0" err="1"/>
                  <a:t>Background</a:t>
                </a:r>
                <a:r>
                  <a:rPr lang="es-ES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" dirty="0" err="1"/>
                  <a:t>Relief</a:t>
                </a:r>
                <a:r>
                  <a:rPr lang="es-ES" dirty="0"/>
                  <a:t>-F </a:t>
                </a:r>
                <a:r>
                  <a:rPr lang="es-ES" dirty="0" err="1"/>
                  <a:t>randomly</a:t>
                </a:r>
                <a:r>
                  <a:rPr lang="es-ES" dirty="0"/>
                  <a:t> </a:t>
                </a:r>
                <a:r>
                  <a:rPr lang="es-ES" dirty="0" err="1"/>
                  <a:t>searches</a:t>
                </a:r>
                <a:r>
                  <a:rPr lang="es-ES" dirty="0"/>
                  <a:t>  </a:t>
                </a:r>
                <a:r>
                  <a:rPr lang="es-ES" dirty="0" err="1"/>
                  <a:t>an</a:t>
                </a:r>
                <a:r>
                  <a:rPr lang="es-ES" dirty="0"/>
                  <a:t> </a:t>
                </a:r>
                <a:r>
                  <a:rPr lang="es-ES" dirty="0" err="1"/>
                  <a:t>instance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/>
                  <a:t>, </a:t>
                </a:r>
                <a:r>
                  <a:rPr lang="es-ES" dirty="0" err="1"/>
                  <a:t>from</a:t>
                </a:r>
                <a:r>
                  <a:rPr lang="es-ES" dirty="0"/>
                  <a:t> </a:t>
                </a:r>
                <a:r>
                  <a:rPr lang="es-ES" dirty="0" err="1"/>
                  <a:t>whom</a:t>
                </a:r>
                <a:r>
                  <a:rPr lang="es-ES" dirty="0"/>
                  <a:t> </a:t>
                </a:r>
                <a:r>
                  <a:rPr lang="es-ES" dirty="0" err="1"/>
                  <a:t>searches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two</a:t>
                </a:r>
                <a:r>
                  <a:rPr lang="es-ES" dirty="0"/>
                  <a:t> </a:t>
                </a:r>
                <a:r>
                  <a:rPr lang="es-ES" dirty="0" err="1"/>
                  <a:t>nearest</a:t>
                </a:r>
                <a:r>
                  <a:rPr lang="es-ES" dirty="0"/>
                  <a:t> </a:t>
                </a:r>
                <a:r>
                  <a:rPr lang="es-ES" dirty="0" err="1"/>
                  <a:t>neighbors</a:t>
                </a:r>
                <a:r>
                  <a:rPr lang="es-ES" dirty="0"/>
                  <a:t>, </a:t>
                </a:r>
                <a:r>
                  <a:rPr lang="es-ES" dirty="0" err="1"/>
                  <a:t>one</a:t>
                </a:r>
                <a:r>
                  <a:rPr lang="es-ES" dirty="0"/>
                  <a:t> </a:t>
                </a:r>
                <a:r>
                  <a:rPr lang="es-ES" dirty="0" err="1"/>
                  <a:t>from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same</a:t>
                </a:r>
                <a:r>
                  <a:rPr lang="es-ES" dirty="0"/>
                  <a:t> </a:t>
                </a:r>
                <a:r>
                  <a:rPr lang="es-ES" dirty="0" err="1"/>
                  <a:t>class</a:t>
                </a:r>
                <a:r>
                  <a:rPr lang="es-ES" dirty="0"/>
                  <a:t>  (</a:t>
                </a:r>
                <a:r>
                  <a:rPr lang="es-ES" i="1" dirty="0" err="1"/>
                  <a:t>nearest</a:t>
                </a:r>
                <a:r>
                  <a:rPr lang="es-ES" i="1" dirty="0"/>
                  <a:t> hit H</a:t>
                </a:r>
                <a:r>
                  <a:rPr lang="es-ES" dirty="0"/>
                  <a:t>), and </a:t>
                </a:r>
                <a:r>
                  <a:rPr lang="es-ES" dirty="0" err="1"/>
                  <a:t>another</a:t>
                </a:r>
                <a:r>
                  <a:rPr lang="es-ES" dirty="0"/>
                  <a:t> </a:t>
                </a:r>
                <a:r>
                  <a:rPr lang="es-ES" dirty="0" err="1"/>
                  <a:t>from</a:t>
                </a:r>
                <a:r>
                  <a:rPr lang="es-ES" dirty="0"/>
                  <a:t> </a:t>
                </a:r>
                <a:r>
                  <a:rPr lang="es-ES" dirty="0" err="1"/>
                  <a:t>different</a:t>
                </a:r>
                <a:r>
                  <a:rPr lang="es-ES" dirty="0"/>
                  <a:t> </a:t>
                </a:r>
                <a:r>
                  <a:rPr lang="es-ES" dirty="0" err="1"/>
                  <a:t>one</a:t>
                </a:r>
                <a:r>
                  <a:rPr lang="es-ES" dirty="0"/>
                  <a:t> (</a:t>
                </a:r>
                <a:r>
                  <a:rPr lang="es-ES" i="1" dirty="0" err="1"/>
                  <a:t>nearest</a:t>
                </a:r>
                <a:r>
                  <a:rPr lang="es-ES" i="1" dirty="0"/>
                  <a:t> miss M</a:t>
                </a:r>
                <a:r>
                  <a:rPr lang="es-ES" dirty="0"/>
                  <a:t>)</a:t>
                </a:r>
                <a:r>
                  <a:rPr lang="es-ES" i="1" dirty="0"/>
                  <a:t>. </a:t>
                </a:r>
                <a:r>
                  <a:rPr lang="es-ES" dirty="0" err="1"/>
                  <a:t>It</a:t>
                </a:r>
                <a:r>
                  <a:rPr lang="es-ES" dirty="0"/>
                  <a:t> </a:t>
                </a:r>
                <a:r>
                  <a:rPr lang="es-ES" dirty="0" err="1"/>
                  <a:t>estimates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weight</a:t>
                </a:r>
                <a:r>
                  <a:rPr lang="es-ES" dirty="0"/>
                  <a:t>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each</a:t>
                </a:r>
                <a:r>
                  <a:rPr lang="es-ES" dirty="0"/>
                  <a:t> </a:t>
                </a:r>
                <a:r>
                  <a:rPr lang="es-ES" dirty="0" err="1"/>
                  <a:t>feature</a:t>
                </a:r>
                <a:r>
                  <a:rPr lang="es-ES" dirty="0"/>
                  <a:t>.</a:t>
                </a:r>
              </a:p>
            </p:txBody>
          </p:sp>
        </mc:Choice>
        <mc:Fallback xmlns="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9E0E2852-259F-4B0B-B3D3-86376016B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7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895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9E0E2852-259F-4B0B-B3D3-86376016B6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" u="sng" dirty="0" err="1"/>
                  <a:t>Relief</a:t>
                </a:r>
                <a:r>
                  <a:rPr lang="es-ES" u="sng" dirty="0"/>
                  <a:t>-F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" u="sng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begChr m:val="["/>
                        <m:endChr m:val="]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s-ES" dirty="0"/>
                  <a:t>: </a:t>
                </a:r>
                <a:r>
                  <a:rPr lang="es-ES" dirty="0" err="1"/>
                  <a:t>weight</a:t>
                </a:r>
                <a:r>
                  <a:rPr lang="es-ES" dirty="0"/>
                  <a:t>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feature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ES" dirty="0"/>
                  <a:t>, </a:t>
                </a:r>
                <a:r>
                  <a:rPr lang="es-ES" dirty="0" err="1"/>
                  <a:t>from</a:t>
                </a:r>
                <a:r>
                  <a:rPr lang="es-ES" dirty="0"/>
                  <a:t> -1 (</a:t>
                </a:r>
                <a:r>
                  <a:rPr lang="es-ES" dirty="0" err="1"/>
                  <a:t>worst</a:t>
                </a:r>
                <a:r>
                  <a:rPr lang="es-ES" dirty="0"/>
                  <a:t>) </a:t>
                </a:r>
                <a:r>
                  <a:rPr lang="es-ES" dirty="0" err="1"/>
                  <a:t>to</a:t>
                </a:r>
                <a:r>
                  <a:rPr lang="es-ES" dirty="0"/>
                  <a:t> +1 (</a:t>
                </a:r>
                <a:r>
                  <a:rPr lang="es-ES" dirty="0" err="1"/>
                  <a:t>best</a:t>
                </a:r>
                <a:r>
                  <a:rPr lang="es-ES" dirty="0"/>
                  <a:t>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" dirty="0" err="1"/>
                  <a:t>Limited</a:t>
                </a:r>
                <a:r>
                  <a:rPr lang="es-ES" dirty="0"/>
                  <a:t> </a:t>
                </a:r>
                <a:r>
                  <a:rPr lang="es-ES" dirty="0" err="1"/>
                  <a:t>to</a:t>
                </a:r>
                <a:r>
                  <a:rPr lang="es-ES" dirty="0"/>
                  <a:t> </a:t>
                </a:r>
                <a:r>
                  <a:rPr lang="es-ES" dirty="0" err="1"/>
                  <a:t>binary</a:t>
                </a:r>
                <a:r>
                  <a:rPr lang="es-ES" dirty="0"/>
                  <a:t> </a:t>
                </a:r>
                <a:r>
                  <a:rPr lang="es-ES" dirty="0" err="1"/>
                  <a:t>classification</a:t>
                </a:r>
                <a:r>
                  <a:rPr lang="es-ES" dirty="0"/>
                  <a:t> </a:t>
                </a:r>
                <a:r>
                  <a:rPr lang="es-ES" dirty="0" err="1"/>
                  <a:t>scenario</a:t>
                </a:r>
                <a:endParaRPr lang="es-E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Features with different value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are informative (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Features with different value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are less informative (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600" b="0" i="1" smtClean="0">
                          <a:latin typeface="Cambria Math" panose="02040503050406030204" pitchFamily="18" charset="0"/>
                        </a:rPr>
                        <m:t>𝑑𝑖𝑓𝑓</m:t>
                      </m:r>
                      <m:d>
                        <m:dPr>
                          <m:ctrlPr>
                            <a:rPr lang="es-E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E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s-ES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E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s-E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E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sz="2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s-ES" sz="2600" i="1">
                                    <a:latin typeface="Cambria Math" panose="02040503050406030204" pitchFamily="18" charset="0"/>
                                  </a:rPr>
                                  <m:t>𝑣𝑎𝑙𝑢𝑒</m:t>
                                </m:r>
                                <m:d>
                                  <m:dPr>
                                    <m:ctrlPr>
                                      <a:rPr lang="es-E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2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s-ES" sz="2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2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2600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s-ES" sz="2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ES" sz="2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2600" i="1">
                                    <a:latin typeface="Cambria Math" panose="02040503050406030204" pitchFamily="18" charset="0"/>
                                  </a:rPr>
                                  <m:t>𝑣𝑎𝑙𝑢𝑒</m:t>
                                </m:r>
                                <m:d>
                                  <m:dPr>
                                    <m:ctrlPr>
                                      <a:rPr lang="es-E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2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s-ES" sz="2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2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2600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s-ES" sz="2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s-ES" sz="2600" b="0" i="1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lang="es-ES" sz="2600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For Python implementation: </a:t>
                </a:r>
                <a:r>
                  <a:rPr lang="en-US" dirty="0">
                    <a:hlinkClick r:id="rId2"/>
                  </a:rPr>
                  <a:t>https://pypi.org/project/ReliefF/</a:t>
                </a:r>
                <a:r>
                  <a:rPr lang="en-US" dirty="0"/>
                  <a:t> </a:t>
                </a:r>
                <a:endParaRPr lang="es-ES" sz="2800" dirty="0"/>
              </a:p>
            </p:txBody>
          </p:sp>
        </mc:Choice>
        <mc:Fallback xmlns="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9E0E2852-259F-4B0B-B3D3-86376016B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3"/>
                <a:stretch>
                  <a:fillRect l="-464" t="-2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84CC1FDE-8935-446A-B3C0-89BA1A8A9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341" y="589084"/>
            <a:ext cx="5705844" cy="545776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1AF441E-A556-429B-919A-20B5CAC403D9}"/>
              </a:ext>
            </a:extLst>
          </p:cNvPr>
          <p:cNvSpPr txBox="1"/>
          <p:nvPr/>
        </p:nvSpPr>
        <p:spPr>
          <a:xfrm>
            <a:off x="6110531" y="6116329"/>
            <a:ext cx="6097464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Urbanowicz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 J., Meeker, M., La Cava, W., Olson, R. S., &amp; Moore, J. H. (2018). Relief-based feature selection: Introduction and review.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biomedical informatics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85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189-203.</a:t>
            </a:r>
            <a:endParaRPr lang="es-CO" sz="1100" dirty="0"/>
          </a:p>
        </p:txBody>
      </p:sp>
    </p:spTree>
    <p:extLst>
      <p:ext uri="{BB962C8B-B14F-4D97-AF65-F5344CB8AC3E}">
        <p14:creationId xmlns:p14="http://schemas.microsoft.com/office/powerpoint/2010/main" val="2414497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</a:t>
            </a:r>
            <a:r>
              <a:rPr lang="es-CO" dirty="0" err="1"/>
              <a:t>eature</a:t>
            </a:r>
            <a:r>
              <a:rPr lang="es-CO" dirty="0"/>
              <a:t> </a:t>
            </a:r>
            <a:r>
              <a:rPr lang="es-CO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9E0E2852-259F-4B0B-B3D3-86376016B6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" u="sng" dirty="0"/>
                  <a:t>mRMR</a:t>
                </a:r>
                <a:endParaRPr lang="fi-FI" b="0" i="0" u="sng" dirty="0">
                  <a:solidFill>
                    <a:srgbClr val="222222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" dirty="0" err="1"/>
                  <a:t>Robust</a:t>
                </a:r>
                <a:r>
                  <a:rPr lang="es-ES" dirty="0"/>
                  <a:t> </a:t>
                </a:r>
                <a:r>
                  <a:rPr lang="es-ES" dirty="0" err="1"/>
                  <a:t>for</a:t>
                </a:r>
                <a:r>
                  <a:rPr lang="es-ES" dirty="0"/>
                  <a:t> </a:t>
                </a:r>
                <a:r>
                  <a:rPr lang="es-ES" dirty="0" err="1"/>
                  <a:t>multivariate</a:t>
                </a:r>
                <a:r>
                  <a:rPr lang="es-ES" dirty="0"/>
                  <a:t> </a:t>
                </a:r>
                <a:r>
                  <a:rPr lang="es-ES" dirty="0" err="1"/>
                  <a:t>feature</a:t>
                </a:r>
                <a:r>
                  <a:rPr lang="es-ES" dirty="0"/>
                  <a:t> </a:t>
                </a:r>
                <a:r>
                  <a:rPr lang="es-ES" dirty="0" err="1"/>
                  <a:t>selection</a:t>
                </a:r>
                <a:endParaRPr lang="es-E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For two variables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with marginal probabilities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s-ES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, respectively, and joint probabilistic function </a:t>
                </a:r>
                <a14:m>
                  <m:oMath xmlns:m="http://schemas.openxmlformats.org/officeDocument/2006/math">
                    <m:r>
                      <a:rPr lang="es-ES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, the mutual information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(</a:t>
                </a:r>
                <a:r>
                  <a:rPr lang="es-CO" sz="2000" dirty="0" err="1"/>
                  <a:t>Ding</a:t>
                </a:r>
                <a:r>
                  <a:rPr lang="es-CO" sz="2000" dirty="0"/>
                  <a:t> &amp; </a:t>
                </a:r>
                <a:r>
                  <a:rPr lang="es-CO" sz="2000" dirty="0" err="1"/>
                  <a:t>Peng</a:t>
                </a:r>
                <a:r>
                  <a:rPr lang="es-CO" sz="2000" dirty="0"/>
                  <a:t>, 2005</a:t>
                </a:r>
                <a:r>
                  <a:rPr lang="en-US" dirty="0"/>
                  <a:t>):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s-E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E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s-ES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E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E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E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s-E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s-E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s-ES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s-E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s-ES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s-E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ES" i="1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s-CO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O" dirty="0" err="1"/>
                  <a:t>Optimization</a:t>
                </a:r>
                <a:r>
                  <a:rPr lang="es-CO" dirty="0"/>
                  <a:t> </a:t>
                </a:r>
                <a:r>
                  <a:rPr lang="es-CO" dirty="0" err="1"/>
                  <a:t>criteria</a:t>
                </a:r>
                <a:r>
                  <a:rPr lang="es-CO" dirty="0"/>
                  <a:t>: </a:t>
                </a:r>
                <a:r>
                  <a:rPr lang="es-CO" dirty="0" err="1"/>
                  <a:t>to</a:t>
                </a:r>
                <a:r>
                  <a:rPr lang="es-CO" dirty="0"/>
                  <a:t> </a:t>
                </a:r>
                <a:r>
                  <a:rPr lang="es-CO" dirty="0" err="1"/>
                  <a:t>find</a:t>
                </a:r>
                <a:r>
                  <a:rPr lang="es-CO" dirty="0"/>
                  <a:t> </a:t>
                </a:r>
                <a:r>
                  <a:rPr lang="es-CO" dirty="0" err="1"/>
                  <a:t>the</a:t>
                </a:r>
                <a:r>
                  <a:rPr lang="es-CO" dirty="0"/>
                  <a:t> set </a:t>
                </a:r>
                <a:r>
                  <a:rPr lang="es-CO" dirty="0" err="1"/>
                  <a:t>of</a:t>
                </a:r>
                <a:r>
                  <a:rPr lang="es-CO" dirty="0"/>
                  <a:t> </a:t>
                </a:r>
                <a:r>
                  <a:rPr lang="es-CO" dirty="0" err="1"/>
                  <a:t>features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CO" dirty="0"/>
                  <a:t> </a:t>
                </a:r>
                <a:r>
                  <a:rPr lang="es-CO" dirty="0" err="1"/>
                  <a:t>that</a:t>
                </a:r>
                <a:r>
                  <a:rPr lang="es-CO" dirty="0"/>
                  <a:t> are </a:t>
                </a:r>
                <a:r>
                  <a:rPr lang="es-CO" dirty="0" err="1"/>
                  <a:t>maximally</a:t>
                </a:r>
                <a:r>
                  <a:rPr lang="es-CO" dirty="0"/>
                  <a:t> disimilar </a:t>
                </a:r>
                <a:r>
                  <a:rPr lang="es-CO" dirty="0" err="1"/>
                  <a:t>between</a:t>
                </a:r>
                <a:r>
                  <a:rPr lang="es-CO" dirty="0"/>
                  <a:t> </a:t>
                </a:r>
                <a:r>
                  <a:rPr lang="es-CO" dirty="0" err="1"/>
                  <a:t>them</a:t>
                </a:r>
                <a:r>
                  <a:rPr lang="es-CO" dirty="0"/>
                  <a:t>, and </a:t>
                </a:r>
                <a:r>
                  <a:rPr lang="es-CO" dirty="0" err="1"/>
                  <a:t>have</a:t>
                </a:r>
                <a:r>
                  <a:rPr lang="es-CO" dirty="0"/>
                  <a:t> </a:t>
                </a:r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maximum</a:t>
                </a:r>
                <a:r>
                  <a:rPr lang="es-CO" dirty="0"/>
                  <a:t> </a:t>
                </a:r>
                <a:r>
                  <a:rPr lang="es-CO" dirty="0" err="1"/>
                  <a:t>relevance</a:t>
                </a:r>
                <a:r>
                  <a:rPr lang="es-CO" dirty="0"/>
                  <a:t> </a:t>
                </a:r>
                <a:r>
                  <a:rPr lang="es-CO" dirty="0" err="1"/>
                  <a:t>regarding</a:t>
                </a:r>
                <a:r>
                  <a:rPr lang="es-CO" dirty="0"/>
                  <a:t> </a:t>
                </a:r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classes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s-CO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unc>
                              <m:func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/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func>
                          </m:e>
                          <m:e>
                            <m:func>
                              <m:func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ES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s-ES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</m:d>
                                  </m:den>
                                </m:f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/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func>
                          </m:e>
                        </m:mr>
                      </m:m>
                    </m:oMath>
                  </m:oMathPara>
                </a14:m>
                <a:endParaRPr lang="es-CO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s-CO" dirty="0"/>
                  <a:t>: </a:t>
                </a:r>
                <a:r>
                  <a:rPr lang="es-CO" dirty="0" err="1"/>
                  <a:t>number</a:t>
                </a:r>
                <a:r>
                  <a:rPr lang="es-CO" dirty="0"/>
                  <a:t> </a:t>
                </a:r>
                <a:r>
                  <a:rPr lang="es-CO" dirty="0" err="1"/>
                  <a:t>of</a:t>
                </a:r>
                <a:r>
                  <a:rPr lang="es-CO" dirty="0"/>
                  <a:t> </a:t>
                </a:r>
                <a:r>
                  <a:rPr lang="es-CO" dirty="0" err="1"/>
                  <a:t>features</a:t>
                </a:r>
                <a:r>
                  <a:rPr lang="es-CO" dirty="0"/>
                  <a:t> in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s-CO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O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O" dirty="0" err="1"/>
                  <a:t>For</a:t>
                </a:r>
                <a:r>
                  <a:rPr lang="es-CO" dirty="0"/>
                  <a:t> Python </a:t>
                </a:r>
                <a:r>
                  <a:rPr lang="es-CO" dirty="0" err="1"/>
                  <a:t>implementation</a:t>
                </a:r>
                <a:r>
                  <a:rPr lang="es-CO" dirty="0"/>
                  <a:t>: </a:t>
                </a:r>
                <a:r>
                  <a:rPr lang="es-CO">
                    <a:hlinkClick r:id="rId2"/>
                  </a:rPr>
                  <a:t>https://github.com/danielhomola/mifs</a:t>
                </a:r>
                <a:r>
                  <a:rPr lang="es-CO" dirty="0"/>
                  <a:t> </a:t>
                </a:r>
              </a:p>
            </p:txBody>
          </p:sp>
        </mc:Choice>
        <mc:Fallback xmlns="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9E0E2852-259F-4B0B-B3D3-86376016B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2" t="-280" r="-232" b="-15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157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Hints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Feature</a:t>
            </a:r>
            <a:r>
              <a:rPr lang="es-ES" dirty="0"/>
              <a:t> </a:t>
            </a:r>
            <a:r>
              <a:rPr lang="es-ES" dirty="0" err="1"/>
              <a:t>Selection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0E2852-259F-4B0B-B3D3-86376016B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Do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a </a:t>
            </a:r>
            <a:r>
              <a:rPr lang="es-ES" dirty="0" err="1"/>
              <a:t>background</a:t>
            </a:r>
            <a:r>
              <a:rPr lang="es-ES" dirty="0"/>
              <a:t> </a:t>
            </a:r>
            <a:r>
              <a:rPr lang="es-ES" dirty="0" err="1"/>
              <a:t>knowledge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problem</a:t>
            </a:r>
            <a:r>
              <a:rPr lang="es-ES" dirty="0"/>
              <a:t>?</a:t>
            </a:r>
          </a:p>
          <a:p>
            <a:pPr marL="0" indent="0">
              <a:buNone/>
            </a:pPr>
            <a:r>
              <a:rPr lang="es-ES" dirty="0" err="1"/>
              <a:t>Build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i="1" dirty="0"/>
              <a:t>ad-hoc</a:t>
            </a:r>
            <a:r>
              <a:rPr lang="es-ES" dirty="0"/>
              <a:t> </a:t>
            </a:r>
            <a:r>
              <a:rPr lang="es-ES" dirty="0" err="1"/>
              <a:t>feature</a:t>
            </a:r>
            <a:r>
              <a:rPr lang="es-ES" dirty="0"/>
              <a:t> set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Do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need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evaluate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 </a:t>
            </a:r>
            <a:r>
              <a:rPr lang="es-ES" dirty="0" err="1"/>
              <a:t>individually</a:t>
            </a:r>
            <a:r>
              <a:rPr lang="es-ES" dirty="0"/>
              <a:t>?</a:t>
            </a:r>
          </a:p>
          <a:p>
            <a:pPr marL="0" indent="0">
              <a:buNone/>
            </a:pPr>
            <a:r>
              <a:rPr lang="es-ES" dirty="0" err="1"/>
              <a:t>Choose</a:t>
            </a:r>
            <a:r>
              <a:rPr lang="es-ES" dirty="0"/>
              <a:t> ranking </a:t>
            </a:r>
            <a:r>
              <a:rPr lang="es-ES" dirty="0" err="1"/>
              <a:t>methods</a:t>
            </a:r>
            <a:endParaRPr lang="es-CO" dirty="0"/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Do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think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data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noise</a:t>
            </a:r>
            <a:r>
              <a:rPr lang="es-ES" dirty="0"/>
              <a:t>?</a:t>
            </a:r>
          </a:p>
          <a:p>
            <a:pPr marL="0" indent="0">
              <a:buNone/>
            </a:pPr>
            <a:r>
              <a:rPr lang="es-ES" dirty="0" err="1"/>
              <a:t>Search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outliers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30163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Recommended</a:t>
            </a:r>
            <a:r>
              <a:rPr lang="es-CO" dirty="0"/>
              <a:t> links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AC5D9C-4FC0-489F-8AEB-BBFA1A0A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ROLDÁN-VASCO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827E9C-6B59-48B0-A91B-7EDAD0434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s-ES"/>
              <a:t>Relief</a:t>
            </a:r>
            <a:r>
              <a:rPr lang="es-ES" dirty="0"/>
              <a:t> </a:t>
            </a:r>
            <a:r>
              <a:rPr lang="es-ES" dirty="0" err="1"/>
              <a:t>algorithm</a:t>
            </a:r>
            <a:r>
              <a:rPr lang="es-ES" dirty="0"/>
              <a:t> in Deep: </a:t>
            </a:r>
            <a:r>
              <a:rPr lang="es-ES" dirty="0">
                <a:hlinkClick r:id="rId2"/>
              </a:rPr>
              <a:t>https://www.sciencedirect.com/science/article/pii/S1532046418301400</a:t>
            </a:r>
            <a:endParaRPr lang="es-ES" dirty="0"/>
          </a:p>
          <a:p>
            <a:pPr>
              <a:lnSpc>
                <a:spcPct val="160000"/>
              </a:lnSpc>
            </a:pPr>
            <a:r>
              <a:rPr lang="es-ES" dirty="0"/>
              <a:t>A </a:t>
            </a:r>
            <a:r>
              <a:rPr lang="es-ES" dirty="0" err="1"/>
              <a:t>review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feature</a:t>
            </a:r>
            <a:r>
              <a:rPr lang="es-ES" dirty="0"/>
              <a:t> </a:t>
            </a:r>
            <a:r>
              <a:rPr lang="es-ES" dirty="0" err="1"/>
              <a:t>selection</a:t>
            </a:r>
            <a:r>
              <a:rPr lang="es-ES" dirty="0"/>
              <a:t> </a:t>
            </a:r>
            <a:r>
              <a:rPr lang="es-ES" dirty="0" err="1"/>
              <a:t>methods</a:t>
            </a:r>
            <a:r>
              <a:rPr lang="es-ES" dirty="0"/>
              <a:t>: </a:t>
            </a:r>
            <a:r>
              <a:rPr lang="es-ES" dirty="0">
                <a:hlinkClick r:id="rId3"/>
              </a:rPr>
              <a:t>https://link.springer.com/content/pdf/10.1007/s10115-012-0487-8.pdf</a:t>
            </a:r>
            <a:endParaRPr lang="es-ES" dirty="0"/>
          </a:p>
          <a:p>
            <a:pPr>
              <a:lnSpc>
                <a:spcPct val="160000"/>
              </a:lnSpc>
            </a:pPr>
            <a:r>
              <a:rPr lang="es-ES" dirty="0"/>
              <a:t>AUC-ROC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scratch</a:t>
            </a:r>
            <a:r>
              <a:rPr lang="es-ES" dirty="0"/>
              <a:t> in Python: </a:t>
            </a:r>
            <a:r>
              <a:rPr lang="es-ES" dirty="0">
                <a:hlinkClick r:id="rId4"/>
              </a:rPr>
              <a:t>https://github.com/akshaykapoor347/Compute-AUC-ROC-from-scratch-python</a:t>
            </a:r>
            <a:endParaRPr lang="es-ES" dirty="0"/>
          </a:p>
          <a:p>
            <a:pPr>
              <a:lnSpc>
                <a:spcPct val="160000"/>
              </a:lnSpc>
            </a:pPr>
            <a:endParaRPr lang="es-ES" dirty="0"/>
          </a:p>
          <a:p>
            <a:pPr>
              <a:lnSpc>
                <a:spcPct val="16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64350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8108</TotalTime>
  <Words>1844</Words>
  <Application>Microsoft Office PowerPoint</Application>
  <PresentationFormat>Panorámica</PresentationFormat>
  <Paragraphs>251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8" baseType="lpstr">
      <vt:lpstr>arial</vt:lpstr>
      <vt:lpstr>arial</vt:lpstr>
      <vt:lpstr>Calibri</vt:lpstr>
      <vt:lpstr>Calibri </vt:lpstr>
      <vt:lpstr>Calibri Light</vt:lpstr>
      <vt:lpstr>Cambria Math</vt:lpstr>
      <vt:lpstr>CMSY10</vt:lpstr>
      <vt:lpstr>NexusSans</vt:lpstr>
      <vt:lpstr>NimbusSanL-Regu</vt:lpstr>
      <vt:lpstr>Söhne</vt:lpstr>
      <vt:lpstr>Wingdings</vt:lpstr>
      <vt:lpstr>Tema de Office</vt:lpstr>
      <vt:lpstr>SCIENTIFIC COMPUTING  Data Analysis</vt:lpstr>
      <vt:lpstr>Pattern recognition postulates*</vt:lpstr>
      <vt:lpstr>Feature (data) space</vt:lpstr>
      <vt:lpstr>Feature (data) space</vt:lpstr>
      <vt:lpstr>Pattern recognition postulates*</vt:lpstr>
      <vt:lpstr>Pattern recognition postulates*</vt:lpstr>
      <vt:lpstr>Warm-up</vt:lpstr>
      <vt:lpstr>Warm-up</vt:lpstr>
      <vt:lpstr>Class separability</vt:lpstr>
      <vt:lpstr>Class separability</vt:lpstr>
      <vt:lpstr>Separability criteria</vt:lpstr>
      <vt:lpstr>Performance measures</vt:lpstr>
      <vt:lpstr>Performance measures</vt:lpstr>
      <vt:lpstr>Performance measures</vt:lpstr>
      <vt:lpstr>Performance measures</vt:lpstr>
      <vt:lpstr>Performance measures</vt:lpstr>
      <vt:lpstr>Performance measures</vt:lpstr>
      <vt:lpstr>Performance measures</vt:lpstr>
      <vt:lpstr>Performance measures</vt:lpstr>
      <vt:lpstr>Useful plots for feature analysis</vt:lpstr>
      <vt:lpstr>Useful plots for feature analysis</vt:lpstr>
      <vt:lpstr>Useful plots for feature analysis</vt:lpstr>
      <vt:lpstr>Feature selection</vt:lpstr>
      <vt:lpstr>Feature selection</vt:lpstr>
      <vt:lpstr>Feature selection</vt:lpstr>
      <vt:lpstr>Feature selection</vt:lpstr>
      <vt:lpstr>Feature selection</vt:lpstr>
      <vt:lpstr>Feature selection</vt:lpstr>
      <vt:lpstr>Feature selection</vt:lpstr>
      <vt:lpstr>Feature selection</vt:lpstr>
      <vt:lpstr>Feature selection</vt:lpstr>
      <vt:lpstr>Feature selection</vt:lpstr>
      <vt:lpstr>Feature selection</vt:lpstr>
      <vt:lpstr>Feature selection</vt:lpstr>
      <vt:lpstr>Hints for Feature Selection</vt:lpstr>
      <vt:lpstr>Recommended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Processing</dc:title>
  <dc:creator>Sebastian Roldan Vasco</dc:creator>
  <cp:lastModifiedBy>Sebastian Roldan Vasco</cp:lastModifiedBy>
  <cp:revision>22</cp:revision>
  <dcterms:created xsi:type="dcterms:W3CDTF">2022-02-04T15:03:50Z</dcterms:created>
  <dcterms:modified xsi:type="dcterms:W3CDTF">2025-10-10T23:01:31Z</dcterms:modified>
</cp:coreProperties>
</file>